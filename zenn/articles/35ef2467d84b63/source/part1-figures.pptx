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12-block GPT with one Engram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tokens.  Green: GPU compute.  Pink: row ids from the hash.  Yellow: the Engram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428750"/>
            <a:ext cx="1905000" cy="533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ids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76500" y="1695450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57500" y="1428750"/>
            <a:ext cx="17145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embedding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1695450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53000" y="142875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81750" y="1695450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62750" y="1428750"/>
            <a:ext cx="161925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Engram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82000" y="1695450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63000" y="1428750"/>
            <a:ext cx="142875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block 1 ... 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91750" y="1695450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72750" y="1428750"/>
            <a:ext cx="11430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next-token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probabilities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2476500"/>
            <a:ext cx="11144250" cy="3238500"/>
          </a:xfrm>
          <a:prstGeom prst="roundRect">
            <a:avLst>
              <a:gd name="adj" fmla="val 3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257175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Engram detail (after block 0, before the Attention of block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50" y="3048000"/>
            <a:ext cx="219075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normalized ids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50,257 -&gt; 32,962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48000" y="3381375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429000" y="3048000"/>
            <a:ext cx="2571750" cy="66675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2-gram, 3-gram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× 8 hashes = 16 row ids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00750" y="3381375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81750" y="2952750"/>
            <a:ext cx="238125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table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1,049,422 rows × 64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63000" y="3381375"/>
            <a:ext cx="381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0" y="3048000"/>
            <a:ext cx="22860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e_t -&gt; key, value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W_K, W_V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87000" y="3714750"/>
            <a:ext cx="0" cy="4762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91500" y="4191000"/>
            <a:ext cx="323850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gate α from h, key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out = h + α · value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250" y="4191000"/>
            <a:ext cx="495300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h: hidden state after block 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10250" y="4524375"/>
            <a:ext cx="2381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base model, with and without Engram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shared.  Yellow: only in the Engram run.  One GPU per run, three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Engram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28750"/>
            <a:ext cx="5562600" cy="4095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5325" y="1666875"/>
            <a:ext cx="49911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backbone weights before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325" y="2428875"/>
            <a:ext cx="49911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batches, same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" y="3190875"/>
            <a:ext cx="49911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236M tokens, AdamW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5325" y="3952875"/>
            <a:ext cx="499110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Engram 68.2M (table 67.2M)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5325" y="4714875"/>
            <a:ext cx="499110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table: Adam, 5× LR, no decay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5638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total about 132.0M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982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baseline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9825" y="1428750"/>
            <a:ext cx="5562600" cy="4095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05575" y="1666875"/>
            <a:ext cx="49911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backbone weights before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5575" y="2428875"/>
            <a:ext cx="49911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batches, same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05575" y="3190875"/>
            <a:ext cx="49911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236M tokens, AdamW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9825" y="5638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total about 63.8M weights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Four steps from text to a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data.  Green: what we build and run.  Yellow: the Engram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428750"/>
            <a:ext cx="2571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8097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WikiText-103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-&gt; GPT-2 token ids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81325" y="2381250"/>
            <a:ext cx="304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86125" y="1428750"/>
            <a:ext cx="2571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2.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6125" y="18097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12-block GPT backbone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Engram after block 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7875" y="2381250"/>
            <a:ext cx="304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62675" y="1428750"/>
            <a:ext cx="2571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3. 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2675" y="18097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backbone alone and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backbone + Engram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34425" y="2381250"/>
            <a:ext cx="304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39225" y="1428750"/>
            <a:ext cx="2571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4. evaluate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225" y="18097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text not used in training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perplexity, Engram off, LogitLens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34290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three seeds for each run; one GPU per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training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data.  Green: GPU compute.  Pink: computed from the prediction.  Yellow: what the step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714500"/>
            <a:ext cx="2000250" cy="1143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windows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128 windows of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512 tokens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09825" y="2286000"/>
            <a:ext cx="304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14625" y="1714500"/>
            <a:ext cx="2000250" cy="1143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next-token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probabilities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14875" y="2286000"/>
            <a:ext cx="304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19675" y="1714500"/>
            <a:ext cx="2000250" cy="11430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loss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far from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true next token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19925" y="2286000"/>
            <a:ext cx="304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24725" y="1714500"/>
            <a:ext cx="2000250" cy="11430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gradient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the loss changes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each weight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4975" y="2286000"/>
            <a:ext cx="3048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29775" y="1714500"/>
            <a:ext cx="2000250" cy="1143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update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AdamW or Adam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(learning rate)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29900" y="2857500"/>
            <a:ext cx="0" cy="762000"/>
          </a:xfrm>
          <a:prstGeom prst="line">
            <a:avLst/>
          </a:prstGeom>
          <a:ln w="25400">
            <a:solidFill>
              <a:srgbClr val="969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409700" y="3619500"/>
            <a:ext cx="9220200" cy="0"/>
          </a:xfrm>
          <a:prstGeom prst="line">
            <a:avLst/>
          </a:prstGeom>
          <a:ln w="25400">
            <a:solidFill>
              <a:srgbClr val="9696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409700" y="2857500"/>
            <a:ext cx="0" cy="7620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57500" y="3733800"/>
            <a:ext cx="647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repeat: 3,600 steps, 65,536 tokens per step, 236M tokens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