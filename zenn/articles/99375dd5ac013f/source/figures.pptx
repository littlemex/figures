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one to three scaling laws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what scales.  Blue: what sets the throughput.  Yellow: the shared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905000"/>
            <a:ext cx="1428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3BD16F"/>
                </a:solidFill>
                <a:latin typeface="Amazon Ember"/>
                <a:ea typeface="メイリオ"/>
                <a:cs typeface="メイリオ"/>
              </a:rPr>
              <a:t>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2857500"/>
            <a:ext cx="1428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575" y="4305300"/>
            <a:ext cx="14287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38325" y="1143000"/>
            <a:ext cx="314325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Pre-training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8325" y="1905000"/>
            <a:ext cx="314325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parameters ·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38325" y="2857500"/>
            <a:ext cx="31432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parallelism config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fixed per stage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09950" y="3810000"/>
            <a:ext cx="0" cy="4953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81575" y="1428750"/>
            <a:ext cx="2095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91125" y="1143000"/>
            <a:ext cx="314325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Post-training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91125" y="1905000"/>
            <a:ext cx="314325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SFT data · RL compute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1125" y="2857500"/>
            <a:ext cx="31432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rollout lengths · KV seats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env CPU time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62750" y="3810000"/>
            <a:ext cx="0" cy="4953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34375" y="1428750"/>
            <a:ext cx="2095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43925" y="1143000"/>
            <a:ext cx="314325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1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Test-time compute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3925" y="1905000"/>
            <a:ext cx="314325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· samples per answer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3925" y="2857500"/>
            <a:ext cx="3143250" cy="952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request mix</a:t>
            </a:r>
          </a:p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KV seats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15550" y="3810000"/>
            <a:ext cx="0" cy="4953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38325" y="4305300"/>
            <a:ext cx="9944100" cy="666750"/>
          </a:xfrm>
          <a:prstGeom prst="roundRect">
            <a:avLst>
              <a:gd name="adj" fmla="val 25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tightly coupled GPUs  ·  high-bandwidth low-latency network  ·  scalable distributed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8325" y="5067300"/>
            <a:ext cx="99441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on this cloud: EFA  ·  FSx for Lustre  ·  S3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Pre-training: the config fixes the 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 choose it.  Blue: it follows.  Yellow: watch it every step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2571750" cy="5715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1866900"/>
            <a:ext cx="2571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TP / PP / DP / EP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dtype, recompute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81325" y="1524000"/>
            <a:ext cx="3619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43275" y="1238250"/>
            <a:ext cx="257175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Step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3275" y="1866900"/>
            <a:ext cx="2571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stable</a:t>
            </a:r>
          </a:p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within a stage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15025" y="1524000"/>
            <a:ext cx="3619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76975" y="1238250"/>
            <a:ext cx="257175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Tokens /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6975" y="1866900"/>
            <a:ext cx="2571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per GPU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48725" y="1524000"/>
            <a:ext cx="3619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10675" y="1238250"/>
            <a:ext cx="2571750" cy="5715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GPU-hours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0675" y="1866900"/>
            <a:ext cx="25717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 / (3600 · peak · MFU · 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2857500"/>
            <a:ext cx="11372850" cy="1428750"/>
          </a:xfrm>
          <a:prstGeom prst="roundRect">
            <a:avLst>
              <a:gd name="adj" fmla="val 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0075" y="295275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Monitor (DCGM, Prometheus, Grafana)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075" y="3429000"/>
            <a:ext cx="20002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step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09875" y="3429000"/>
            <a:ext cx="20002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MFU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19675" y="3429000"/>
            <a:ext cx="20002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Tensor Core active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9475" y="3429000"/>
            <a:ext cx="20002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exposed comm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9275" y="3429000"/>
            <a:ext cx="2000250" cy="5715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restarts · ckpt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0477500" y="2400300"/>
            <a:ext cx="0" cy="45720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72750" y="2495550"/>
            <a:ext cx="114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575" y="4667250"/>
            <a:ext cx="11372850" cy="571500"/>
          </a:xfrm>
          <a:prstGeom prst="roundRect">
            <a:avLst>
              <a:gd name="adj" fmla="val 25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model: −1 pt MFU at 35%  →  +2.9% GPU-hours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H200 to B200: each part speeds up by its own ratio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Ratios from a simple model.  Blue: spec sheet.  Yellow: about ×1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238250"/>
            <a:ext cx="2857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Compute (bf16 dense)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3750" y="1314450"/>
            <a:ext cx="7134225" cy="3238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63225" y="123825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× 2.27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575" y="1828800"/>
            <a:ext cx="2857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HBM bandwidth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3750" y="1905000"/>
            <a:ext cx="5029200" cy="3238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82880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× 1.60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575" y="2419350"/>
            <a:ext cx="2857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NVLink per GPU 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3750" y="2495550"/>
            <a:ext cx="6286500" cy="323850"/>
          </a:xfrm>
          <a:prstGeom prst="rect">
            <a:avLst/>
          </a:prstGeom>
          <a:solidFill>
            <a:srgbClr val="289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15500" y="241935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× 2.00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575" y="3009900"/>
            <a:ext cx="2857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EFA per node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3750" y="3086100"/>
            <a:ext cx="3143250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2250" y="300990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× 1.0 (EFAv4: +18% coll.)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575" y="3600450"/>
            <a:ext cx="2857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Waiting (data load)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3750" y="3676650"/>
            <a:ext cx="3143250" cy="323850"/>
          </a:xfrm>
          <a:prstGeom prst="rect">
            <a:avLst/>
          </a:prstGeom>
          <a:solidFill>
            <a:srgbClr val="FBD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2250" y="3600450"/>
            <a:ext cx="40005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× 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7000" y="1219200"/>
            <a:ext cx="19050" cy="2971800"/>
          </a:xfrm>
          <a:prstGeom prst="rect">
            <a:avLst/>
          </a:prstGeom>
          <a:solidFill>
            <a:srgbClr val="96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5500" y="4191000"/>
            <a:ext cx="1143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×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9575" y="4305300"/>
            <a:ext cx="113728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* not split out in the four cases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4686300"/>
            <a:ext cx="11372850" cy="666750"/>
          </a:xfrm>
          <a:prstGeom prst="roundRect">
            <a:avLst>
              <a:gd name="adj" fmla="val 2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8 × p5en  →  4 to 6 × p6-b200, set by the step-time breakdown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RL: rollout takes the time, the trainer takes the FLOPs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generates.  Blue: learns.  Yellow: outside the GPU.  Gray: weight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143000"/>
            <a:ext cx="314325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Rollout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SGLang / vLLM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5325" y="1143000"/>
            <a:ext cx="314325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Reward · environment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verifier, sandbox,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01075" y="1143000"/>
            <a:ext cx="31813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Trainer</a:t>
            </a:r>
          </a:p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Megatron / FSDP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52825" y="1524000"/>
            <a:ext cx="952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648575" y="1524000"/>
            <a:ext cx="9525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52825" y="1181100"/>
            <a:ext cx="952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samples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191750" y="1905000"/>
            <a:ext cx="0" cy="3429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981200" y="2247900"/>
            <a:ext cx="8229600" cy="19050"/>
          </a:xfrm>
          <a:prstGeom prst="rect">
            <a:avLst/>
          </a:prstGeom>
          <a:solidFill>
            <a:srgbClr val="F5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1981200" y="1905000"/>
            <a:ext cx="0" cy="3429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62500" y="2266950"/>
            <a:ext cx="28575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weight sync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575" y="27622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One synchronous step (illustration)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9575" y="3124200"/>
            <a:ext cx="5114925" cy="533400"/>
          </a:xfrm>
          <a:prstGeom prst="roundRect">
            <a:avLst>
              <a:gd name="adj" fmla="val 5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rollout: most requests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24500" y="3124200"/>
            <a:ext cx="2838450" cy="533400"/>
          </a:xfrm>
          <a:prstGeom prst="roundRect">
            <a:avLst>
              <a:gd name="adj" fmla="val 5000"/>
            </a:avLst>
          </a:prstGeom>
          <a:solidFill>
            <a:srgbClr val="124022"/>
          </a:solidFill>
          <a:ln w="15875">
            <a:solidFill>
              <a:srgbClr val="3BD1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long tail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2950" y="3124200"/>
            <a:ext cx="561975" cy="533400"/>
          </a:xfrm>
          <a:prstGeom prst="roundRect">
            <a:avLst>
              <a:gd name="adj" fmla="val 5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2450" y="3695700"/>
            <a:ext cx="942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env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4925" y="3124200"/>
            <a:ext cx="2266950" cy="533400"/>
          </a:xfrm>
          <a:prstGeom prst="roundRect">
            <a:avLst>
              <a:gd name="adj" fmla="val 5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logprob + train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91875" y="3124200"/>
            <a:ext cx="561975" cy="533400"/>
          </a:xfrm>
          <a:prstGeom prst="roundRect">
            <a:avLst>
              <a:gd name="adj" fmla="val 5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01375" y="3695700"/>
            <a:ext cx="942975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575" y="4095750"/>
            <a:ext cx="55245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FLOPs: rollout ≈ 20% (model)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57925" y="4095750"/>
            <a:ext cx="5524500" cy="66675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time: rollout 63 – 87% (Seer, Table 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9575" y="4953000"/>
            <a:ext cx="11372850" cy="533400"/>
          </a:xfrm>
          <a:prstGeom prst="roundRect">
            <a:avLst>
              <a:gd name="adj" fmla="val 3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the breakdown drifts: answers grow longer, KV seats and the tail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Two ways to run RL post-training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the RL framework.  Blue: the cluster layer.  Yellow: the shared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9575" y="106680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Slurm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575" y="1485900"/>
            <a:ext cx="54483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5325" y="1676400"/>
            <a:ext cx="48768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ParallelCluster · PCS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HyperPod (Slurm)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325" y="2533650"/>
            <a:ext cx="48768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Ray started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inside the Slurm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" y="3390900"/>
            <a:ext cx="48768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slime · miles · NeMo RL · verl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Ray on Slurm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33725" y="234315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33725" y="320040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34125" y="1066800"/>
            <a:ext cx="5448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Kubernetes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4125" y="1485900"/>
            <a:ext cx="5448300" cy="285750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9875" y="1676400"/>
            <a:ext cx="48768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EKS · HyperPod (EKS)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19875" y="2533650"/>
            <a:ext cx="4876800" cy="6667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KubeRay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+ Kueue / KAI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19875" y="3390900"/>
            <a:ext cx="4876800" cy="7620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slime · miles · NeMo RL · verl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reference examples on GitHub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8275" y="234315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058275" y="3200400"/>
            <a:ext cx="0" cy="19050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9575" y="4533900"/>
            <a:ext cx="11372850" cy="47625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p5en · p6-b200 · p6-b300  ·  EFA  ·  FSx for Lustre  ·  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575" y="5105400"/>
            <a:ext cx="113728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rollout and trainer can sit on different node groups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