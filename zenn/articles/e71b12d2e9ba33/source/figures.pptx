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Scale-up topology, generation by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 tags: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trn1.32xlarge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800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trn2.48xlarge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6025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6025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UltraServer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6025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9250" y="1066800"/>
            <a:ext cx="25527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0" y="135255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UltraServer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9250" y="1638300"/>
            <a:ext cx="2552700" cy="2381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800" y="21074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300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6800" y="24312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1685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6800" y="27551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4070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800" y="30789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4556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2395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4780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7165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95500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2395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4780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7165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95500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2395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4780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77165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95500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2395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44780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7165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095500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575" y="35433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 chips  |  NeuronLink-v2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10025" y="21074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3623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10025" y="24312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6008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10025" y="275510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8393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10025" y="3078956"/>
            <a:ext cx="12382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07781" y="1981200"/>
            <a:ext cx="14288" cy="1238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06717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9102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1487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38725" y="20383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06717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9102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1487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38725" y="23622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06717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9102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71487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38725" y="268605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06717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39102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71487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38725" y="30099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52800" y="35433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 chips  |  NeuronLink-v3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1997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4618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19975" y="29456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9383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19975" y="31932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4148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419975" y="34409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89131" y="25717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961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438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9914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391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4961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438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9914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2391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4961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7438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9914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2391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49617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74382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99147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239125" y="33909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210425" y="24503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33663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21042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8428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10425" y="29456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3193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10425" y="31932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79581" y="23241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2866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342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7819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0295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2866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5342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7819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0295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2866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5342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7819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80295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2866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5342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78192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029575" y="31432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00875" y="22026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12708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00875" y="24503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37473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00087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62238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00875" y="29456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870031" y="207645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70770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73247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5723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8200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0770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3247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5723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78200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0770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3247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5723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8200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0770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3247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57237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820025" y="289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1C6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791325" y="19550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91753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791325" y="22026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16518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791325" y="245030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41283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791325" y="2697956"/>
            <a:ext cx="1009650" cy="14288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660481" y="1828800"/>
            <a:ext cx="14288" cy="10096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86752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11517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36282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610475" y="19050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68675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1151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36282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7610475" y="21526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8675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1151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36282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7610475" y="24003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68675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71151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736282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610475" y="264795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6924675" y="196215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924675" y="270510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667625" y="196215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667625" y="2705100"/>
            <a:ext cx="628650" cy="7429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6296025" y="35433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64 chips  |  4 x 16, Z ring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563100" y="1771650"/>
            <a:ext cx="914400" cy="2857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L2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553700" y="1771650"/>
            <a:ext cx="914400" cy="2857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L2</a:t>
            </a:r>
          </a:p>
        </p:txBody>
      </p:sp>
      <p:cxnSp>
        <p:nvCxnSpPr>
          <p:cNvPr id="169" name="Connector 168"/>
          <p:cNvCxnSpPr/>
          <p:nvPr/>
        </p:nvCxnSpPr>
        <p:spPr>
          <a:xfrm flipV="1">
            <a:off x="9582150" y="2057400"/>
            <a:ext cx="4381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734550" y="2057400"/>
            <a:ext cx="1276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94107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4630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4202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5869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95440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7107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6678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8345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7917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93821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H="1" flipV="1">
            <a:off x="10020300" y="2057400"/>
            <a:ext cx="133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306050" y="2057400"/>
            <a:ext cx="7048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ounded Rectangle 182"/>
          <p:cNvSpPr/>
          <p:nvPr/>
        </p:nvSpPr>
        <p:spPr>
          <a:xfrm>
            <a:off x="99822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0345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99917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1584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101155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2822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102393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4060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103632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99536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H="1" flipV="1">
            <a:off x="10020300" y="2057400"/>
            <a:ext cx="7048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877550" y="2057400"/>
            <a:ext cx="133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/>
          <p:cNvSpPr/>
          <p:nvPr/>
        </p:nvSpPr>
        <p:spPr>
          <a:xfrm>
            <a:off x="105537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6060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105632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7299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06870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8537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08108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09775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09347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05251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 flipH="1" flipV="1">
            <a:off x="10020300" y="2057400"/>
            <a:ext cx="12763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H="1" flipV="1">
            <a:off x="11010900" y="2057400"/>
            <a:ext cx="438150" cy="438150"/>
          </a:xfrm>
          <a:prstGeom prst="line">
            <a:avLst/>
          </a:prstGeom>
          <a:ln w="1524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11125200" y="2495550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117758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113472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30141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125855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1425238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1382375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1549062" y="2743200"/>
            <a:ext cx="9525" cy="2667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1506200" y="3009900"/>
            <a:ext cx="104775" cy="104775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1096625" y="2419350"/>
            <a:ext cx="552450" cy="78105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239250" y="323850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Gen2: 4 of 36 servers shown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239250" y="3486150"/>
            <a:ext cx="25527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Gen1: 64 chips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Gen2: 144 chips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09575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2D torus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09575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neighbours per chip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3352800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4x4 2D torus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3352800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Faster NeuronLink-v3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296025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Z ring across 4 servers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296025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3D torus (4x4x4)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9239250" y="41910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Torus -&gt; switch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9239250" y="4533900"/>
            <a:ext cx="2552700" cy="2857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All-to-all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3000375" y="2828925"/>
            <a:ext cx="314325" cy="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943600" y="2828925"/>
            <a:ext cx="314325" cy="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8886825" y="2828925"/>
            <a:ext cx="314325" cy="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all_reduce() to the wire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each layer does, and when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6680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1975" y="106680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7575" y="106680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your code calls all_reduce / all_gather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4825" y="118110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 call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71950" y="161925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575" y="173355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975" y="173355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7575" y="173355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builds the NEFF; puts a CC trigger (PTC2) at each collective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825" y="184785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71950" y="228600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9575" y="240030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975" y="240030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7575" y="240030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loads the NEFF, CC program and DMA rings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4825" y="251460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 + run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71950" y="295275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9575" y="3067050"/>
            <a:ext cx="7524750" cy="5524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975" y="3067050"/>
            <a:ext cx="2857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aws-neuronx-collectives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7575" y="3067050"/>
            <a:ext cx="4381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implements Ring / Mesh / RDH / KangaRing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4825" y="3181350"/>
            <a:ext cx="1809750" cy="323850"/>
          </a:xfrm>
          <a:prstGeom prst="roundRect">
            <a:avLst>
              <a:gd name="adj" fmla="val 30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using a collective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71950" y="3619500"/>
            <a:ext cx="0" cy="1143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9575" y="3733800"/>
            <a:ext cx="3667125" cy="5905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34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2925" y="3771900"/>
            <a:ext cx="3476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aws-neuronx-dkms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4038600"/>
            <a:ext cx="3476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driver for the Neuron devices  (kernel)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43138" y="4324350"/>
            <a:ext cx="0" cy="2095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09575" y="4533900"/>
            <a:ext cx="3667125" cy="5143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CC-Cores + DMA over NeuronLink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7200" y="3733800"/>
            <a:ext cx="3667125" cy="5905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9050">
            <a:solidFill>
              <a:srgbClr val="34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0550" y="3771900"/>
            <a:ext cx="3476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0550" y="4038600"/>
            <a:ext cx="3476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 + rdma-core + driver  (multi-instance)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00762" y="4324350"/>
            <a:ext cx="0" cy="2095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67200" y="4533900"/>
            <a:ext cx="3667125" cy="5143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network 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" y="5086350"/>
            <a:ext cx="36671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inside the NeuronLink 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5086350"/>
            <a:ext cx="36671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beyond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4825" y="3867150"/>
            <a:ext cx="1809750" cy="11811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aws-neuronx-tools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check and measure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compute and communication contend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with NCCL default kernels vs Trainium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 (NCCL default)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47800"/>
            <a:ext cx="5448300" cy="27813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4125" y="1447800"/>
            <a:ext cx="5448300" cy="27813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67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58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049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40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431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622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813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0450" y="1714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67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58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049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240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431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622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813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00450" y="2095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67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858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049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9240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431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622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813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00450" y="2476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67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858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049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240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431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622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813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0450" y="2857500"/>
            <a:ext cx="361950" cy="3048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50" y="32766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SMs: compute kernels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81350" y="3276600"/>
            <a:ext cx="857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NCCL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91000" y="1809750"/>
            <a:ext cx="1428750" cy="4381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590800"/>
            <a:ext cx="1428750" cy="4381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/ NIC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19550" y="2809875"/>
            <a:ext cx="1714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09575" y="4343400"/>
            <a:ext cx="5448300" cy="3429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Shared: SMs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72250" y="1714500"/>
            <a:ext cx="2209800" cy="8953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Compute engines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29750" y="1714500"/>
            <a:ext cx="2000250" cy="8953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CC-Cores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82050" y="2000250"/>
            <a:ext cx="647700" cy="0"/>
          </a:xfrm>
          <a:prstGeom prst="line">
            <a:avLst/>
          </a:prstGeom>
          <a:ln w="190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782050" y="2343150"/>
            <a:ext cx="647700" cy="0"/>
          </a:xfrm>
          <a:prstGeom prst="line">
            <a:avLst/>
          </a:prstGeom>
          <a:ln w="190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82050" y="17335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trigger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2050" y="24003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done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72250" y="3143250"/>
            <a:ext cx="4857750" cy="495300"/>
          </a:xfrm>
          <a:prstGeom prst="roundRect">
            <a:avLst>
              <a:gd name="adj" fmla="val 8000"/>
            </a:avLst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DMA engines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667625" y="2609850"/>
            <a:ext cx="0" cy="5334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429875" y="2609850"/>
            <a:ext cx="0" cy="5334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572250" y="3829050"/>
            <a:ext cx="2333625" cy="381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/ SBUF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6375" y="3829050"/>
            <a:ext cx="2333625" cy="381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 / EFA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34125" y="4343400"/>
            <a:ext cx="5448300" cy="3429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Shared: DMA engines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