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Where Trainium inference code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Grey: engine.  Blue: plugin.  Green: community contrib.  Yellow: nkilib.  Dashed: not public or temporary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04900"/>
            <a:ext cx="552450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57925" y="1104900"/>
            <a:ext cx="552450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1809750"/>
            <a:ext cx="5524500" cy="2857500"/>
          </a:xfrm>
          <a:prstGeom prst="roundRect">
            <a:avLst>
              <a:gd name="adj" fmla="val 4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1975" y="1866900"/>
            <a:ext cx="52197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vllm-neuron plugin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1975" y="2247900"/>
            <a:ext cx="2552700" cy="7048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vllm_neuron/model/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official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8975" y="2247900"/>
            <a:ext cx="2552700" cy="7048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contrib/models/&lt;m&gt;/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 + own kernels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1975" y="3067050"/>
            <a:ext cx="521970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functional/  nn/   shared operators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_kernels/   in-tree NKI kernels, some ported from nkilib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1975" y="3848100"/>
            <a:ext cx="521970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functional/vendored_kernels/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temporary copies of nkilib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7925" y="1809750"/>
            <a:ext cx="5524500" cy="2857500"/>
          </a:xfrm>
          <a:prstGeom prst="roundRect">
            <a:avLst>
              <a:gd name="adj" fmla="val 4000"/>
            </a:avLst>
          </a:prstGeom>
          <a:solidFill>
            <a:srgbClr val="102C48"/>
          </a:solidFill>
          <a:ln w="15875">
            <a:solidFill>
              <a:srgbClr val="2896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0325" y="1866900"/>
            <a:ext cx="52197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SGLang Trainium plugin (beta)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0325" y="2247900"/>
            <a:ext cx="5219700" cy="22669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built on TorchNeuron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SGLang model components carried over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NKI for custom kernels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/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 repository link in the announcement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575" y="4876800"/>
            <a:ext cx="11372850" cy="819150"/>
          </a:xfrm>
          <a:prstGeom prst="roundRect">
            <a:avLst>
              <a:gd name="adj" fmla="val 12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nki-library (nkilib):  core/   experimental/   models/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bundled in neuronx-cc;  pip-installed nki-library takes precedence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14500" y="4667250"/>
            <a:ext cx="0" cy="20955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76750" y="4667250"/>
            <a:ext cx="0" cy="20955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GPU: under shared layers, the engine picks the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model code.  Blue: engine selection.  Grey: kernel implementations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47750"/>
            <a:ext cx="5524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vLLM: FP8 MoE, 8 of 15 candidates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390650"/>
            <a:ext cx="55245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model.py  -&gt;  FusedMoE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2057400"/>
            <a:ext cx="5524500" cy="533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oracle: priority list by platform and config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575" y="2762250"/>
            <a:ext cx="2714625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FlashInfer TRT-LLM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19450" y="2762250"/>
            <a:ext cx="2714625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FlashInfer CUTLASS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575" y="3314700"/>
            <a:ext cx="2714625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DeepGEMM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9450" y="3314700"/>
            <a:ext cx="2714625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vLLM CUTLASS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575" y="3867150"/>
            <a:ext cx="2714625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Triton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9450" y="3867150"/>
            <a:ext cx="2714625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Marlin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575" y="4419600"/>
            <a:ext cx="2714625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AITER (ROCm)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9450" y="4419600"/>
            <a:ext cx="2714625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XPU / CPU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7925" y="1047750"/>
            <a:ext cx="5524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SGLang: sglang.kernels, 4 of the sources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7925" y="1390650"/>
            <a:ext cx="55245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model.py  -&gt;  ops.&lt;group&gt; facade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7925" y="2057400"/>
            <a:ext cx="5524500" cy="533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KernelSpec + CapabilityRequirement -&gt; select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7925" y="2762250"/>
            <a:ext cx="2667000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JIT / AOT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0175" y="2762250"/>
            <a:ext cx="27622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CUDA and ROCm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7925" y="3314700"/>
            <a:ext cx="2667000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Triton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0175" y="3314700"/>
            <a:ext cx="27622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device set per kernel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7925" y="3867150"/>
            <a:ext cx="2667000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aiter / torch_npu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0175" y="3867150"/>
            <a:ext cx="27622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one device each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7925" y="4419600"/>
            <a:ext cx="2667000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PLUGIN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0175" y="4419600"/>
            <a:ext cx="27622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one model, config, platform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9575" y="5086350"/>
            <a:ext cx="11372850" cy="5334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Used by both engines: FlashInfer (vLLM pins 0.7.2.post1, SGLang pins 0.7.2)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575" y="56769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Newer vLLM models also keep per-hardware code: vllm/models/&lt;model&gt;/{common, nvidia, amd, cpu, xpu}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Neuron: one model already has several kernels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nkilib core attention and GPT-OSS, 2026-10.  Yellow: nkilib.  Blue: vllm-neuron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36576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by phase (core, all models)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485900"/>
            <a:ext cx="36576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core attention_cte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2400300"/>
            <a:ext cx="36576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core attention_tkg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200" y="1066800"/>
            <a:ext cx="36576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decode kernels for GPT-OSS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7200" y="1485900"/>
            <a:ext cx="36576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models/gpt_oss/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c128_giga_kernel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2400300"/>
            <a:ext cx="36576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c128spec_giga_kernel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200" y="3314700"/>
            <a:ext cx="36576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c512_giga_kernel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4825" y="1066800"/>
            <a:ext cx="36576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by weight format and goal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4825" y="1485900"/>
            <a:ext cx="365760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model_bf16.py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4825" y="2400300"/>
            <a:ext cx="365760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model_mxfp4.py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4825" y="3314700"/>
            <a:ext cx="365760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model_mxfp4_perf.py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575" y="4476750"/>
            <a:ext cx="11372850" cy="95250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GPT-OSS C128 decode kernel is a hand-maintained copy,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kept apart on purpose from the core kernels other models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Do not ask for equal bits; ask for no extra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vllm-neuron module tests.  Grey: CPU runs.  Blue: the run under test.  BF16 as an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76750" y="1143000"/>
            <a:ext cx="323850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FP32 on CPU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857500"/>
            <a:ext cx="323850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BF16 on CPU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dtype 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0500" y="2857500"/>
            <a:ext cx="32385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BF16 on Neuron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target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762250" y="1809750"/>
            <a:ext cx="2571750" cy="104775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6858000" y="1809750"/>
            <a:ext cx="2571750" cy="104775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28750" y="2095500"/>
            <a:ext cx="3143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reference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0" y="2095500"/>
            <a:ext cx="3143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target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905250"/>
            <a:ext cx="9906000" cy="60960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pass if ( BC &gt;= 0.99 (default)  or  sigma-ratio &lt;= 1.0 )  and the per-input guards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591050"/>
            <a:ext cx="9906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BC: overlap of the two error distributions.   sigma-ratio: RMS(target error) / RMS(reference error)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219700"/>
            <a:ext cx="9906000" cy="47625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per-input guards (defaults):  worst L-inf ratio &lt; 5   and   worst L2 ratio &lt;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Proposal: an RFC for three missing pieces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Grey: today, 2026-10-31.  Green: what the RFC would write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990600"/>
            <a:ext cx="2857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00425" y="9906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43775" y="990600"/>
            <a:ext cx="44386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RFC proposes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575" y="1314450"/>
            <a:ext cx="2857500" cy="11811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into nkilib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0425" y="1314450"/>
            <a:ext cx="3810000" cy="11811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PRs move to internal review;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release timing hard to follow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43775" y="1314450"/>
            <a:ext cx="4438650" cy="11811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publish the intake path and the SDK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that ships it; copies record their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2647950"/>
            <a:ext cx="2857500" cy="11811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placement and</a:t>
            </a:r>
          </a:p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contract versions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0425" y="2647950"/>
            <a:ext cx="3810000" cy="11811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contrib folder per model;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MRv2 asked in a PR comment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43775" y="2647950"/>
            <a:ext cx="4438650" cy="11811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split by dependency and owner;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version runner, nkilib and SDK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575" y="3981450"/>
            <a:ext cx="2857500" cy="11811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reviewer group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0425" y="3981450"/>
            <a:ext cx="3810000" cy="11811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Neuron team reviews;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 CODEOWNERS, no contrib merged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43775" y="3981450"/>
            <a:ext cx="4438650" cy="11811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reviewers earned by track record;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 team keeps the 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575" y="5353050"/>
            <a:ext cx="113728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Shared yardstick in the same RFC: three-way per module, Transformers comparison per model, SDK / nkilib / instance recorded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