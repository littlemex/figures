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GENK: NCCL collectives built on the Device API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2192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NCCL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742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4625" y="685800"/>
            <a:ext cx="3209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(API tag) Device API you can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3200" y="685800"/>
            <a:ext cx="5905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685800"/>
            <a:ext cx="10382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condition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1123950"/>
            <a:ext cx="11372850" cy="4953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AllReduce / AllGather / ReduceScatter / Broadcast / Reduce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0" y="16192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9575" y="1847850"/>
            <a:ext cx="11372850" cy="4381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cost model picks one kernel family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19325" y="2286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9575" y="2514600"/>
            <a:ext cx="3619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legacy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286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86250" y="2514600"/>
            <a:ext cx="3619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specialized symmetric kernels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72675" y="2286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62925" y="2514600"/>
            <a:ext cx="3619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GENK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Ring (5 ops) · Tree (AllReduce)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72675" y="3086100"/>
            <a:ext cx="0" cy="209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62925" y="3295650"/>
            <a:ext cx="3619500" cy="6096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3175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[API] Flow processor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/ reduce / copy / send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6250" y="3295650"/>
            <a:ext cx="37147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also usable from</a:t>
            </a:r>
          </a:p>
          <a:p>
            <a:pPr algn="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own kernels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2925" y="4229100"/>
            <a:ext cx="1762125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3175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[API] LSA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20300" y="4229100"/>
            <a:ext cx="1762125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3175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[API] GIN connection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9048750" y="3905250"/>
            <a:ext cx="476250" cy="323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20350" y="3905250"/>
            <a:ext cx="476250" cy="323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86250" y="4229100"/>
            <a:ext cx="3714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chosen per peer at run time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62925" y="5219700"/>
            <a:ext cx="1762125" cy="5715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NVLink /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P2P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20300" y="5219700"/>
            <a:ext cx="1762125" cy="5715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network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(GENK: GIN Proxy)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48750" y="4762500"/>
            <a:ext cx="0" cy="4572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96600" y="4762500"/>
            <a:ext cx="0" cy="4572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953750" y="4857750"/>
            <a:ext cx="828675" cy="285750"/>
          </a:xfrm>
          <a:prstGeom prst="roundRect">
            <a:avLst>
              <a:gd name="adj" fmla="val 3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strong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86250" y="5219700"/>
            <a:ext cx="37147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runs 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9575" y="6000750"/>
            <a:ext cx="11372850" cy="419100"/>
          </a:xfrm>
          <a:prstGeom prst="roundRect">
            <a:avLst>
              <a:gd name="adj" fmla="val 3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staging only · build with SYM_GENK=1 · then opt-in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EFA: which GIN backend offers each signal 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3144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users of 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52675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09875" y="685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signal they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772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14925" y="685800"/>
            <a:ext cx="1581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backends on EFA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9575" y="1333500"/>
            <a:ext cx="3429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GENK (Flow over GIN)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24325" y="1447800"/>
            <a:ext cx="2381250" cy="457200"/>
          </a:xfrm>
          <a:prstGeom prst="roundRect">
            <a:avLst>
              <a:gd name="adj" fmla="val 1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strong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38575" y="1676400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09575" y="2476500"/>
            <a:ext cx="3429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DeepEP ordered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(upstream hybrid)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4325" y="2590800"/>
            <a:ext cx="2381250" cy="457200"/>
          </a:xfrm>
          <a:prstGeom prst="roundRect">
            <a:avLst>
              <a:gd name="adj" fmla="val 1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strong + VA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38575" y="2819400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9575" y="3619500"/>
            <a:ext cx="3429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DeepEP unordered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(amazon-contributing fork)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4325" y="3733800"/>
            <a:ext cx="2381250" cy="457200"/>
          </a:xfrm>
          <a:prstGeom prst="roundRect">
            <a:avLst>
              <a:gd name="adj" fmla="val 1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weak (counting)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38575" y="3962400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620000" y="1333500"/>
            <a:ext cx="4162425" cy="1333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 GIN Proxy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over aws-ofi-nccl RMA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CPU thread posts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strong · weak · indexed · 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0000" y="3714750"/>
            <a:ext cx="4162425" cy="11430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GDA (NCCL_GIN_TYPE=5)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kernel posts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indexed · weak only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05575" y="1676400"/>
            <a:ext cx="1114425" cy="133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34150" y="1866900"/>
            <a:ext cx="1066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ginType = Proxy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505575" y="2190750"/>
            <a:ext cx="1114425" cy="6286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505575" y="2495550"/>
            <a:ext cx="1114425" cy="1466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505575" y="3962400"/>
            <a:ext cx="1114425" cy="323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620000" y="4953000"/>
            <a:ext cx="41624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≤ 512 signals + counters / device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9575" y="5715000"/>
            <a:ext cx="11372850" cy="438150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arrow = backend offers this signal (per code and docs)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Signals one GIN barrier uses (example: 8 ranks)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2192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NCCL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7425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4625" y="685800"/>
            <a:ext cx="2038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EFA limit and status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143000"/>
            <a:ext cx="5448300" cy="3619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34125" y="1143000"/>
            <a:ext cx="5448300" cy="3619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9575" y="123825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Default: 8 slots, one per sender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123825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Signal-efficient (staging)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5325" y="19050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3575" y="19050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1825" y="19050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0075" y="19050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5325" y="28575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3575" y="28575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71825" y="28575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0075" y="28575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4000500"/>
            <a:ext cx="544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slots = number of ranks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00875" y="2000250"/>
            <a:ext cx="1809750" cy="952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slot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6875" y="2000250"/>
            <a:ext cx="1809750" cy="952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slot 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10625" y="2333625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8810625" y="266700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34125" y="306705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phase bit alternates the slot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4125" y="34290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slots = 2 for any team size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15125" y="3905250"/>
            <a:ext cx="4686300" cy="6667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GDA device code: uses this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host: per peer until the plugin asks (GIN API v15)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048250"/>
            <a:ext cx="11372850" cy="476250"/>
          </a:xfrm>
          <a:prstGeom prst="roundRect">
            <a:avLst>
              <a:gd name="adj" fmla="val 3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GDA: ≤ 512 signals + counters / 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New enqueue pipeline (dev branch)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2192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NCCL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7425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4625" y="685800"/>
            <a:ext cx="258127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what goes in and comes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67350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24550" y="685800"/>
            <a:ext cx="7715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9575" y="1143000"/>
            <a:ext cx="11372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grouped calls: collectives, p2p, put/signal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619250"/>
            <a:ext cx="0" cy="2476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9575" y="1866900"/>
            <a:ext cx="2476500" cy="2857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Management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communicator jobs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(init, split,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destroy, ...)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queue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71825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71825" y="1943100"/>
            <a:ext cx="4476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Preparation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2325" y="2343150"/>
            <a:ext cx="409575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pre-tuning: tuning input per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2325" y="2914650"/>
            <a:ext cx="409575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tuning: every collective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2325" y="3486150"/>
            <a:ext cx="409575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classification: route by tuning result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2325" y="4057650"/>
            <a:ext cx="409575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post-tuning: register, connect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4325" y="1866900"/>
            <a:ext cx="3848100" cy="2857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4325" y="1943100"/>
            <a:ext cx="3848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Scheduling (per path)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4825" y="2343150"/>
            <a:ext cx="346710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symmetric kernels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825" y="2914650"/>
            <a:ext cx="346710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one-sided: puts before waits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4825" y="3486150"/>
            <a:ext cx="346710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825" y="4057650"/>
            <a:ext cx="3467100" cy="457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legacy symmetric (GENK today)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48575" y="3295650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58375" y="47244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4953000"/>
            <a:ext cx="384810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each path: one queue per stream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715000"/>
            <a:ext cx="11372850" cy="438150"/>
          </a:xfrm>
          <a:prstGeom prst="roundRect">
            <a:avLst>
              <a:gd name="adj" fmla="val 3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framework in 2.31.2 (off by default) · these details: dev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NCCL's three APIs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3144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you write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5267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09875" y="685800"/>
            <a:ext cx="5905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NCCL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71875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9075" y="685800"/>
            <a:ext cx="7715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72050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9250" y="685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hardware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1066800"/>
            <a:ext cx="5448300" cy="4191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34125" y="1066800"/>
            <a:ext cx="5448300" cy="4191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9575" y="116205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4125" y="116205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API (since 2.28)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575" y="1638300"/>
            <a:ext cx="468630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CPU: ncclAllReduce(..., stream)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3725" y="21717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90575" y="2438400"/>
            <a:ext cx="46863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 picks algorithm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and launches its own kernel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33725" y="310515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0575" y="3371850"/>
            <a:ext cx="46863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 kernel on the GPU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(code written by NCCL)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" y="41910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your compute: a separate kernel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15125" y="1638300"/>
            <a:ext cx="468630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CPU: register window, create devComm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8275" y="21717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715125" y="2438400"/>
            <a:ext cx="4686300" cy="1600200"/>
          </a:xfrm>
          <a:prstGeom prst="roundRect">
            <a:avLst>
              <a:gd name="adj" fmla="val 6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95550"/>
            <a:ext cx="4686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your kernel on the GPU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0875" y="2895600"/>
            <a:ext cx="1905000" cy="9525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your compute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(e.g. MoE routing)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91625" y="2895600"/>
            <a:ext cx="1924050" cy="952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 device calls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LSA · GIN · 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5125" y="4191000"/>
            <a:ext cx="4686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 and communication in one kernel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" y="5448300"/>
            <a:ext cx="11372850" cy="438150"/>
          </a:xfrm>
          <a:prstGeom prst="roundRect">
            <a:avLst>
              <a:gd name="adj" fmla="val 3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plugin API: NCCL calls plugins, e.g. for the network (net · RMA · GIN · tuner · profiler)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" y="6057900"/>
            <a:ext cx="11372850" cy="381000"/>
          </a:xfrm>
          <a:prstGeom prst="roundRect">
            <a:avLst>
              <a:gd name="adj" fmla="val 3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NVLink · InfiniBand · RoCE · EFA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API: one module per path out of your kernel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2038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you write or call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575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3775" y="685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hardware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066800"/>
            <a:ext cx="1137285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your CUDA kernel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66850" y="16002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09575" y="1866900"/>
            <a:ext cx="2114550" cy="4762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" y="2400300"/>
            <a:ext cx="21145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 / store to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GPU memory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105150"/>
            <a:ext cx="21145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P2P (NVLink, some PCIe)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81425" y="16002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24150" y="1866900"/>
            <a:ext cx="2114550" cy="4762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Multimem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150" y="2400300"/>
            <a:ext cx="21145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store or reduce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many GPUs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24150" y="3105150"/>
            <a:ext cx="21145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NVLink SHARP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16002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38725" y="1866900"/>
            <a:ext cx="2114550" cy="4762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725" y="2400300"/>
            <a:ext cx="21145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/ get / signal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over the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38725" y="3105150"/>
            <a:ext cx="21145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IB · RoCE (built-in) · EFA (plugin)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0575" y="16002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53300" y="1866900"/>
            <a:ext cx="2114550" cy="4762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3300" y="2400300"/>
            <a:ext cx="21145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/ get / reduce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fabric endpoints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3300" y="3105150"/>
            <a:ext cx="21145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fabric (Blackwell+)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725150" y="1600200"/>
            <a:ext cx="0" cy="2667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67875" y="1866900"/>
            <a:ext cx="2114550" cy="4762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reduce / 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7875" y="2400300"/>
            <a:ext cx="21145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building blocks for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fused kernels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7875" y="3105150"/>
            <a:ext cx="21145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link of its 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" y="4000500"/>
            <a:ext cx="11372850" cy="1047750"/>
          </a:xfrm>
          <a:prstGeom prst="roundRect">
            <a:avLst>
              <a:gd name="adj" fmla="val 6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0075" y="4076700"/>
            <a:ext cx="109918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 set up once on the CPU (Host API)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075" y="4457700"/>
            <a:ext cx="109918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symmetric memory window  →  ncclDevCommCreate(requirements)  →  launch kernel with devComm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calls which NCCL API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24003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libraries that call NCCL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3852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95725" y="685800"/>
            <a:ext cx="5905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NCCL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7725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14925" y="685800"/>
            <a:ext cx="7715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7900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685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hardware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1066800"/>
            <a:ext cx="2667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PyTorch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ProcessGroupNCCL (C++)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4700" y="1066800"/>
            <a:ext cx="2667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PyTorch "nccl4py" backend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9825" y="1066800"/>
            <a:ext cx="2667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PyNccl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(ctypes)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4950" y="1066800"/>
            <a:ext cx="2667000" cy="6858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PyTorch symm-mem ops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DeepEP · NCCL 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700" y="2095500"/>
            <a:ext cx="2667000" cy="4762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nccl4py (Python bindings)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48200" y="1752600"/>
            <a:ext cx="0" cy="3429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09575" y="2952750"/>
            <a:ext cx="11372850" cy="1143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575" y="30099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libnccl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5325" y="3352800"/>
            <a:ext cx="68580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 API: communicator · collectives · send/recv · RMA · window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39075" y="3352800"/>
            <a:ext cx="36576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API: called inside your kernel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743075" y="1752600"/>
            <a:ext cx="0" cy="16002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48200" y="2571750"/>
            <a:ext cx="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53325" y="1752600"/>
            <a:ext cx="0" cy="16002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58450" y="1752600"/>
            <a:ext cx="0" cy="16002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572250" y="1752600"/>
            <a:ext cx="2838450" cy="1600200"/>
          </a:xfrm>
          <a:prstGeom prst="line">
            <a:avLst/>
          </a:prstGeom>
          <a:ln w="19050">
            <a:solidFill>
              <a:srgbClr val="F5F5F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191500" y="24955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setup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82000" y="4095750"/>
            <a:ext cx="0" cy="3429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981575" y="4438650"/>
            <a:ext cx="6800850" cy="533400"/>
          </a:xfrm>
          <a:prstGeom prst="roundRect">
            <a:avLst>
              <a:gd name="adj" fmla="val 1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plugin API: net · RMA · GIN · tuner · profiler  (e.g. aws-ofi-nccl)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82000" y="4972050"/>
            <a:ext cx="0" cy="323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00500" y="4095750"/>
            <a:ext cx="0" cy="12001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114800" y="457200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built-in 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43250" y="5295900"/>
            <a:ext cx="8639175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InfiniBand · RoCE · EFA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619250" y="4095750"/>
            <a:ext cx="0" cy="12001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09575" y="5295900"/>
            <a:ext cx="247650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NVLink · CUDA P2P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a GIN signal promises when it arrives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9431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put from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8132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38525" y="685800"/>
            <a:ext cx="17621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data you can 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72100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0" y="685800"/>
            <a:ext cx="22193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may still be in flight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07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77275" y="685800"/>
            <a:ext cx="14954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signal counter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1066800"/>
            <a:ext cx="54483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75" y="114300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weak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158115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375" y="158115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 memory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0075" y="1962150"/>
            <a:ext cx="2286000" cy="5334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6075" y="2228850"/>
            <a:ext cx="4953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81375" y="1962150"/>
            <a:ext cx="2286000" cy="533400"/>
          </a:xfrm>
          <a:prstGeom prst="roundRect">
            <a:avLst>
              <a:gd name="adj" fmla="val 1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A: maybe not yet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075" y="2705100"/>
            <a:ext cx="2286000" cy="5334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6075" y="2971800"/>
            <a:ext cx="4953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81375" y="2705100"/>
            <a:ext cx="2286000" cy="533400"/>
          </a:xfrm>
          <a:prstGeom prst="roundRect">
            <a:avLst>
              <a:gd name="adj" fmla="val 1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B: maybe not yet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0075" y="3448050"/>
            <a:ext cx="2286000" cy="5334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C + signal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86075" y="3714750"/>
            <a:ext cx="4953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1375" y="3448050"/>
            <a:ext cx="228600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C: readable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1375" y="4248150"/>
            <a:ext cx="22860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signal: 0 →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575" y="4914900"/>
            <a:ext cx="54483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covers only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4125" y="1066800"/>
            <a:ext cx="54483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4125" y="114300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strong 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4625" y="158115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5925" y="158115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 memory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24625" y="1962150"/>
            <a:ext cx="2286000" cy="5334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10625" y="2228850"/>
            <a:ext cx="4953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305925" y="1962150"/>
            <a:ext cx="228600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A: readable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24625" y="2705100"/>
            <a:ext cx="2286000" cy="5334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810625" y="2971800"/>
            <a:ext cx="4953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305925" y="2705100"/>
            <a:ext cx="228600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B: readable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24625" y="3448050"/>
            <a:ext cx="2286000" cy="5334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C + signal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810625" y="3714750"/>
            <a:ext cx="4953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305925" y="3448050"/>
            <a:ext cx="2286000" cy="5334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C: readable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05925" y="4248150"/>
            <a:ext cx="22860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signal: 0 →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4125" y="4914900"/>
            <a:ext cx="54483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covers A, B and C (same peer, same context)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LSA writes to an address, CFT writes to an endpoint 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14375"/>
            <a:ext cx="381000" cy="209550"/>
          </a:xfrm>
          <a:prstGeom prst="roundRect">
            <a:avLst>
              <a:gd name="adj" fmla="val 2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6775" y="685800"/>
            <a:ext cx="12192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your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7425" y="714375"/>
            <a:ext cx="381000" cy="2095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4625" y="685800"/>
            <a:ext cx="24860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set up by NCCL on the CPU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72100" y="714375"/>
            <a:ext cx="381000" cy="209550"/>
          </a:xfrm>
          <a:prstGeom prst="roundRect">
            <a:avLst>
              <a:gd name="adj" fmla="val 2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0" y="685800"/>
            <a:ext cx="7715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72275" y="714375"/>
            <a:ext cx="381000" cy="209550"/>
          </a:xfrm>
          <a:prstGeom prst="roundRect">
            <a:avLst>
              <a:gd name="adj" fmla="val 20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9475" y="685800"/>
            <a:ext cx="7715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status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1066800"/>
            <a:ext cx="5448300" cy="3143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75" y="112395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LSA: store to the peer's address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1524000"/>
            <a:ext cx="21907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GPU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6625" y="1524000"/>
            <a:ext cx="21907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GPU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6625" y="2857500"/>
            <a:ext cx="2190750" cy="5715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34125" y="1066800"/>
            <a:ext cx="5448300" cy="3143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4125" y="1123950"/>
            <a:ext cx="5448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CFT: put to a logical endpoint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4625" y="1524000"/>
            <a:ext cx="21907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GPU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1175" y="1524000"/>
            <a:ext cx="21907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GPU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1175" y="2857500"/>
            <a:ext cx="2190750" cy="57150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0075" y="1866900"/>
            <a:ext cx="2190750" cy="76200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store to peer ptr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790825" y="2247900"/>
            <a:ext cx="685800" cy="781050"/>
          </a:xfrm>
          <a:prstGeom prst="line">
            <a:avLst/>
          </a:prstGeom>
          <a:ln w="317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0075" y="3543300"/>
            <a:ext cx="50673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B's memory is mapped into A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(only within the LSA team)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4625" y="1866900"/>
            <a:ext cx="5048250" cy="4953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CPU, once: bind each GPU's buffer to an endpoint id</a:t>
            </a:r>
          </a:p>
        </p:txBody>
      </p:sp>
      <p:sp>
        <p:nvSpPr>
          <p:cNvPr id="25" name="Oval 24"/>
          <p:cNvSpPr/>
          <p:nvPr/>
        </p:nvSpPr>
        <p:spPr>
          <a:xfrm>
            <a:off x="6362700" y="1733550"/>
            <a:ext cx="285750" cy="2857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141414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24625" y="2533650"/>
            <a:ext cx="2190750" cy="895350"/>
          </a:xfrm>
          <a:prstGeom prst="roundRect">
            <a:avLst>
              <a:gd name="adj" fmla="val 10000"/>
            </a:avLst>
          </a:prstGeom>
          <a:pattFill prst="wdUpDiag">
            <a:fgClr>
              <a:srgbClr val="1C582E"/>
            </a:fgClr>
            <a:bgClr>
              <a:srgbClr val="124022"/>
            </a:bgClr>
          </a:patt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stage data in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shared memory</a:t>
            </a:r>
          </a:p>
        </p:txBody>
      </p:sp>
      <p:sp>
        <p:nvSpPr>
          <p:cNvPr id="27" name="Oval 26"/>
          <p:cNvSpPr/>
          <p:nvPr/>
        </p:nvSpPr>
        <p:spPr>
          <a:xfrm>
            <a:off x="6362700" y="2400300"/>
            <a:ext cx="285750" cy="2857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141414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5375" y="3143250"/>
            <a:ext cx="685800" cy="0"/>
          </a:xfrm>
          <a:prstGeom prst="line">
            <a:avLst/>
          </a:prstGeom>
          <a:ln w="317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915400" y="2552700"/>
            <a:ext cx="285750" cy="2857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141414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4900" y="28194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put(id, off)</a:t>
            </a:r>
          </a:p>
        </p:txBody>
      </p:sp>
      <p:sp>
        <p:nvSpPr>
          <p:cNvPr id="31" name="Oval 30"/>
          <p:cNvSpPr/>
          <p:nvPr/>
        </p:nvSpPr>
        <p:spPr>
          <a:xfrm>
            <a:off x="6362700" y="3600450"/>
            <a:ext cx="285750" cy="2857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141414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15125" y="354330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check completion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kernel never holds B's address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" y="4400550"/>
            <a:ext cx="11372850" cy="2000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0075" y="44577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CFT team (from the CUDA clique, dev, CUDA 13.4+)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5325" y="4857750"/>
            <a:ext cx="3619500" cy="10477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5325" y="4876800"/>
            <a:ext cx="3619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LSA team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677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2402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8127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3852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95825" y="4857750"/>
            <a:ext cx="3619500" cy="10477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95825" y="4876800"/>
            <a:ext cx="3619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LSA team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6727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2452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177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39025" y="5200650"/>
            <a:ext cx="704850" cy="476250"/>
          </a:xfrm>
          <a:prstGeom prst="roundRect">
            <a:avLst>
              <a:gd name="adj" fmla="val 10000"/>
            </a:avLst>
          </a:prstGeom>
          <a:pattFill prst="ltHorz">
            <a:fgClr>
              <a:srgbClr val="484D56"/>
            </a:fgClr>
            <a:bgClr>
              <a:srgbClr val="343840"/>
            </a:bgClr>
          </a:patt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14825" y="5438775"/>
            <a:ext cx="381000" cy="0"/>
          </a:xfrm>
          <a:prstGeom prst="line">
            <a:avLst/>
          </a:prstGeom>
          <a:ln w="317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314825" y="5619750"/>
            <a:ext cx="381000" cy="0"/>
          </a:xfrm>
          <a:prstGeom prst="line">
            <a:avLst/>
          </a:prstGeom>
          <a:ln w="317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95325" y="59817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possible split (author's reading): near via LSA · far via CFT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96325" y="4914900"/>
            <a:ext cx="2895600" cy="990600"/>
          </a:xfrm>
          <a:prstGeom prst="roundRect">
            <a:avLst>
              <a:gd name="adj" fmla="val 15000"/>
            </a:avLst>
          </a:prstGeom>
          <a:pattFill prst="ltVert">
            <a:fgClr>
              <a:srgbClr val="665514"/>
            </a:fgClr>
            <a:bgClr>
              <a:srgbClr val="50420E"/>
            </a:bgClr>
          </a:pattFill>
          <a:ln w="15875">
            <a:solidFill>
              <a:srgbClr val="FBD3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hierarchical kernels: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roadmap, none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public branches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