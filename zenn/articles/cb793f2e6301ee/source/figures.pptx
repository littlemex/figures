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each piece of Managed Argo CD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run by AWS.  Grey: your EKS cluster.  Green: BYOI.  Yellow: non-EKS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2857500" cy="17145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2925" y="1123950"/>
            <a:ext cx="2590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Run by 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524000"/>
            <a:ext cx="2476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3238500"/>
            <a:ext cx="24765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Helm chart / Git repo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(outside AWS)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38325" y="2476500"/>
            <a:ext cx="0" cy="76200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5000" y="28575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fetches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0075" y="1066800"/>
            <a:ext cx="4953000" cy="381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3425" y="1123950"/>
            <a:ext cx="468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Your EKS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0575" y="1524000"/>
            <a:ext cx="21907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control plane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1825" y="1333500"/>
            <a:ext cx="2190750" cy="123825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5175" y="1390650"/>
            <a:ext cx="1924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namespace argocd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4700" y="1714500"/>
            <a:ext cx="1905000" cy="3429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24700" y="2133600"/>
            <a:ext cx="1905000" cy="3429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secret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1325" y="2000250"/>
            <a:ext cx="190500" cy="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00575" y="323850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cloud nodes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81825" y="323850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hybrid nodes (BYOI)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95950" y="2476500"/>
            <a:ext cx="0" cy="76200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72250" y="2476500"/>
            <a:ext cx="1047750" cy="76200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00575" y="419100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Application and cluster secret are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Kubernetes objects stored in this cluster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76575" y="1905000"/>
            <a:ext cx="1524000" cy="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67075" y="1333500"/>
            <a:ext cx="1143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reads, then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applies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075" y="4286250"/>
            <a:ext cx="247650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you: kubectl apply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076575" y="2381250"/>
            <a:ext cx="1524000" cy="2095500"/>
          </a:xfrm>
          <a:prstGeom prst="line">
            <a:avLst/>
          </a:prstGeom>
          <a:ln w="22225">
            <a:solidFill>
              <a:srgbClr val="F5F5F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48825" y="1524000"/>
            <a:ext cx="2133600" cy="952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non-EKS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8825" y="2571750"/>
            <a:ext cx="21336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 a target of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Managed Argo CD reaches a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run by AWS.  Grey: in your cluster.  Green: applied.  Yellow: where it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239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Target registered by EKS cluster 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secret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server: EKS cluster 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7075" y="152400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finds the cluster by ARN,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signs in with its IAM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5575" y="15240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access entry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IAM role to Kubernetes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3575" y="1524000"/>
            <a:ext cx="22288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manifests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6075" y="2095500"/>
            <a:ext cx="381000" cy="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24575" y="2095500"/>
            <a:ext cx="381000" cy="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72575" y="2095500"/>
            <a:ext cx="381000" cy="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9575" y="3143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Target registered by API URL +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5433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secret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server: API URL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config: bearer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075" y="354330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expects an 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5575" y="35433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 stops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server should be specified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as a cluster 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3575" y="3543300"/>
            <a:ext cx="2228850" cy="11430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non-EKS cluster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nothing arrives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6075" y="4114800"/>
            <a:ext cx="381000" cy="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4575" y="4114800"/>
            <a:ext cx="381000" cy="0"/>
          </a:xfrm>
          <a:prstGeom prst="line">
            <a:avLst/>
          </a:prstGeom>
          <a:ln w="285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575" y="474345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created without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a deployment reaches BYOI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run by AWS.  Grey: AWS cloud nodes.  Green: BYOI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095500"/>
            <a:ext cx="24765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2325" y="1333500"/>
            <a:ext cx="2857500" cy="257175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2896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5675" y="1390650"/>
            <a:ext cx="2590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EKS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2825" y="1714500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2825" y="2857500"/>
            <a:ext cx="2476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scheduler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picks a node per Pod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6075" y="2143125"/>
            <a:ext cx="666750" cy="333375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57500" y="18669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apply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91075" y="2476500"/>
            <a:ext cx="0" cy="38100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53325" y="1524000"/>
            <a:ext cx="4229100" cy="952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cloud nodes (EC2 in the cluster VPC)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53325" y="3143250"/>
            <a:ext cx="422910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hybrid nodes (BYOI)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eks.amazonaws.com/compute-type: hybrid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9325" y="2000250"/>
            <a:ext cx="1524000" cy="1143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29325" y="3333750"/>
            <a:ext cx="1524000" cy="2857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91250" y="1771650"/>
            <a:ext cx="133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affinity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NotIn 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81000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nodeSelector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compute-type: hybrid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Connectivity between the cluster VPC and BYOI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your AWS settings.  Green: BYOI.  Solid: from the node.  Dashed: from the API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4191000" cy="4191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2925" y="1123950"/>
            <a:ext cx="3924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Cluster VPC and EKS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42875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control plane ENIs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endpoint: private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2476500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VPC route table: BYOI node and pod CIDRs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the private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75" y="319087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security group: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allow BYOI node and pod CIDRs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75" y="3905250"/>
            <a:ext cx="38100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EKS: RemoteNodeNetwork = BYOI node CIDR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RemotePodNetwork = BYOI pod CIDR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86325" y="1428750"/>
            <a:ext cx="1905000" cy="3810000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6325" y="4476750"/>
            <a:ext cx="1905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private link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VPN / Direct Connect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tested: Transit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77075" y="1066800"/>
            <a:ext cx="4705350" cy="4191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24A0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0425" y="1123950"/>
            <a:ext cx="44386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BYOI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7575" y="142875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hybrid node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kubelet, Cilium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7575" y="295275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BYOI pod CIDR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7575" y="4095750"/>
            <a:ext cx="43243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network: BGP or static route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the BYOI pod CIDR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6325" y="2190750"/>
            <a:ext cx="0" cy="762000"/>
          </a:xfrm>
          <a:prstGeom prst="line">
            <a:avLst/>
          </a:prstGeom>
          <a:ln w="190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410075" y="1638300"/>
            <a:ext cx="2857500" cy="0"/>
          </a:xfrm>
          <a:prstGeom prst="line">
            <a:avLst/>
          </a:prstGeom>
          <a:ln w="3492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81575" y="1333500"/>
            <a:ext cx="171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kubelet to API: 443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10075" y="2000250"/>
            <a:ext cx="2857500" cy="0"/>
          </a:xfrm>
          <a:prstGeom prst="line">
            <a:avLst/>
          </a:prstGeom>
          <a:ln w="22225">
            <a:solidFill>
              <a:srgbClr val="F5F5F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81575" y="2038350"/>
            <a:ext cx="1714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API to kubelet: 10250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 hands off to a self-hosted Argo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run by AWS.  Green: self-hosted, run by you.  Yellow: non-EKS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190750"/>
            <a:ext cx="2857500" cy="1238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4825" y="1619250"/>
            <a:ext cx="3238500" cy="238125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48175" y="1676400"/>
            <a:ext cx="2971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EKS cluster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5325" y="2190750"/>
            <a:ext cx="2857500" cy="1238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relay Argo CD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(self-hosted)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01075" y="2190750"/>
            <a:ext cx="3181350" cy="1238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non-EKS cluster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7075" y="2809875"/>
            <a:ext cx="1238250" cy="0"/>
          </a:xfrm>
          <a:prstGeom prst="line">
            <a:avLst/>
          </a:prstGeom>
          <a:ln w="34925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67075" y="1714500"/>
            <a:ext cx="1238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installs it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like any app,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with its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Applications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2825" y="2809875"/>
            <a:ext cx="1238250" cy="0"/>
          </a:xfrm>
          <a:prstGeom prst="line">
            <a:avLst/>
          </a:prstGeom>
          <a:ln w="3492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58075" y="1905000"/>
            <a:ext cx="1143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deploys by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API URL</a:t>
            </a:r>
          </a:p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+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42862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change what is deployed in one place, the Applications on Managed Argo CD, except the cluster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signs in where in the relay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run by AWS.  Green: relay Argo CD, run by you.  Yellow: non-EKS cluster.  Each arrow: the credential it 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619250"/>
            <a:ext cx="2476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Managed Argo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6289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people sign in: Identity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2325" y="1066800"/>
            <a:ext cx="4953000" cy="4191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5675" y="1123950"/>
            <a:ext cx="468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EKS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2825" y="1524000"/>
            <a:ext cx="219075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access entry: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IAM role to Kubernetes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2825" y="3524250"/>
            <a:ext cx="45720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relay Argo CD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ServiceAccount + ClusterRole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2825" y="4629150"/>
            <a:ext cx="457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default in-cluster target removed, AppProject limits destinations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people sign in: local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9325" y="1524000"/>
            <a:ext cx="20955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 secret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non-EKS token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(not in Git)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6075" y="2047875"/>
            <a:ext cx="666750" cy="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6075" y="21145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IAM role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648200" y="2571750"/>
            <a:ext cx="0" cy="9525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95825" y="2857500"/>
            <a:ext cx="133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ServiceAccount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077075" y="2571750"/>
            <a:ext cx="0" cy="952500"/>
          </a:xfrm>
          <a:prstGeom prst="line">
            <a:avLst/>
          </a:prstGeom>
          <a:ln w="19050">
            <a:solidFill>
              <a:srgbClr val="3BD16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24700" y="28575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reads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1575" y="1066800"/>
            <a:ext cx="2990850" cy="4191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925" y="1123950"/>
            <a:ext cx="27241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Non-EKS cluster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2075" y="2857500"/>
            <a:ext cx="26098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RBAC for the token's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ServiceAccount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124825" y="3429000"/>
            <a:ext cx="857250" cy="619125"/>
          </a:xfrm>
          <a:prstGeom prst="line">
            <a:avLst/>
          </a:prstGeom>
          <a:ln w="3492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82075" y="4095750"/>
            <a:ext cx="2609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token over the private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