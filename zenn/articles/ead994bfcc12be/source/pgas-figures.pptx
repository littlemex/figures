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the PGAS view down to the BAR1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PGAS view.  Pink: goes through BAR1.  Yellow: NIC.  Grey: NVLink (no BAR1).  Green: GPU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1137285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PGAS view: every GPU's symmetric heap in one address book (NVSHMEM)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219075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node, NVLink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map peer heap, plain store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(no BAR1)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6250" y="219075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same node, PCIe P2P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map peer heap, plain store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through the peer's BAR1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2925" y="2190750"/>
            <a:ext cx="3619500" cy="1143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other node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 carries the data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 DMA into BAR1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19325" y="18097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6000" y="18097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72675" y="1809750"/>
            <a:ext cx="0" cy="381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86250" y="3905250"/>
            <a:ext cx="7496175" cy="6667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BAR1: GPU memory seen as PCIe addresses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6000" y="3333750"/>
            <a:ext cx="0" cy="571500"/>
          </a:xfrm>
          <a:prstGeom prst="line">
            <a:avLst/>
          </a:prstGeom>
          <a:ln w="38100">
            <a:solidFill>
              <a:srgbClr val="FF7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72675" y="3333750"/>
            <a:ext cx="0" cy="571500"/>
          </a:xfrm>
          <a:prstGeom prst="line">
            <a:avLst/>
          </a:prstGeom>
          <a:ln w="38100">
            <a:solidFill>
              <a:srgbClr val="FF7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9575" y="4953000"/>
            <a:ext cx="11372850" cy="666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 (VRAM)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19325" y="3333750"/>
            <a:ext cx="0" cy="1619250"/>
          </a:xfrm>
          <a:prstGeom prst="line">
            <a:avLst/>
          </a:prstGeom>
          <a:ln w="381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01000" y="4572000"/>
            <a:ext cx="0" cy="381000"/>
          </a:xfrm>
          <a:prstGeom prst="line">
            <a:avLst/>
          </a:prstGeom>
          <a:ln w="38100">
            <a:solidFill>
              <a:srgbClr val="FF7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PGAS: one address book over every GPU's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GPU memory.  Yellow: the symmetric heap.  Pink: a and b, allocated by every PE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2667000" cy="4000500"/>
          </a:xfrm>
          <a:prstGeom prst="roundRect">
            <a:avLst>
              <a:gd name="adj" fmla="val 4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9575" y="13335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0 (GPU 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809750"/>
            <a:ext cx="2286000" cy="3143250"/>
          </a:xfrm>
          <a:prstGeom prst="roundRect">
            <a:avLst>
              <a:gd name="adj" fmla="val 4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75" y="186690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symmetric heap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575" y="2476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(1 MiB)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575" y="3238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 (1 MiB)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7075" y="1238250"/>
            <a:ext cx="2667000" cy="4000500"/>
          </a:xfrm>
          <a:prstGeom prst="roundRect">
            <a:avLst>
              <a:gd name="adj" fmla="val 4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7075" y="13335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1 (GPU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7575" y="1809750"/>
            <a:ext cx="2286000" cy="3143250"/>
          </a:xfrm>
          <a:prstGeom prst="roundRect">
            <a:avLst>
              <a:gd name="adj" fmla="val 4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7575" y="186690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symmetric heap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8075" y="2476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(1 MiB)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48075" y="3238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 (1 MiB)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4575" y="1238250"/>
            <a:ext cx="2667000" cy="4000500"/>
          </a:xfrm>
          <a:prstGeom prst="roundRect">
            <a:avLst>
              <a:gd name="adj" fmla="val 4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4575" y="13335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2 (GPU 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5075" y="1809750"/>
            <a:ext cx="2286000" cy="3143250"/>
          </a:xfrm>
          <a:prstGeom prst="roundRect">
            <a:avLst>
              <a:gd name="adj" fmla="val 4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075" y="186690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symmetric heap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5575" y="2476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(1 MiB)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05575" y="3238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 (1 MiB)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2075" y="1238250"/>
            <a:ext cx="2667000" cy="4000500"/>
          </a:xfrm>
          <a:prstGeom prst="roundRect">
            <a:avLst>
              <a:gd name="adj" fmla="val 4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82075" y="133350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3 (GPU 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2575" y="1809750"/>
            <a:ext cx="2286000" cy="3143250"/>
          </a:xfrm>
          <a:prstGeom prst="roundRect">
            <a:avLst>
              <a:gd name="adj" fmla="val 4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2575" y="1866900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symmetric heap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63075" y="2476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(1 MiB)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63075" y="32385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 (1 MiB)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9575" y="542925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 on PE 2 = name + PE number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"Symmetric" means the same offset from the heap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Measured on g7.48xlarge, NVSHMEM 3.8.0.  Yellow: heap base.  Pink: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default (CUDA VMM)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982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CUDA VMM disabled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75" y="16192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75" y="1962150"/>
            <a:ext cx="5143500" cy="952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575" y="215265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heap 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075" y="215265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= 0x10050003600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075" y="32385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75" y="3581400"/>
            <a:ext cx="5143500" cy="952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575" y="37719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heap 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8075" y="37719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= 0x10050003600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16192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0325" y="1962150"/>
            <a:ext cx="5143500" cy="952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00825" y="215265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heap 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8325" y="215265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= 0x7f8bc0003600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325" y="32385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0325" y="3581400"/>
            <a:ext cx="5143500" cy="952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00825" y="37719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heap 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58325" y="3771900"/>
            <a:ext cx="19050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 = 0x7ff060003600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9575" y="49530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same value on every PE (by chance)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9825" y="49530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different values, same tail ...3600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Can one GPU write another GPU's memory directly over PCIe?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Measured with nvidia-smi topo -p2p rw.  Green: OK.  Grey: not supported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619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g6e.12xlarge: 4 × L40S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575" y="1619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075" y="1619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33575" y="1619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075" y="1619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575" y="2190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62075" y="2190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3575" y="2190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075" y="2190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575" y="2762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62075" y="2762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3575" y="2762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05075" y="27622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575" y="3333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62075" y="3333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33575" y="3333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075" y="3333750"/>
            <a:ext cx="514350" cy="5143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9825" y="1066800"/>
            <a:ext cx="5619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g7.48xlarge: 8 × RTX PRO 4500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0082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3897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712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1527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5342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9157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2972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7875" y="16192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0082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3897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712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1527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342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9157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2972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67875" y="20574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0082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3897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7712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1527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5342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9157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2972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67875" y="24955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0082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3897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7712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1527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5342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9157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2972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67875" y="29337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0082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3897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7712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1527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5342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9157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2972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67875" y="33718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60082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03897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47712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1527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35342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9157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22972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67875" y="38100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0082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3897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47712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91527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35342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79157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22972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667875" y="424815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60082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03897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7712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91527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5342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79157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22972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667875" y="4686300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-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9575" y="5334000"/>
            <a:ext cx="5619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NVSHMEM with 4 PEs: "Peer GPU is not accessible"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9825" y="5334000"/>
            <a:ext cx="5619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NVSHMEM with 4 PEs: maps every peer heap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BAR1: the window that shows GPU memory on PCIe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Measured on g6e.12xlarge (L40S).  Pink: BAR1.  Green: GPU memory.  Grey: other BARs.  Yellow: other PCIe devices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11372850" cy="8572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75" y="1285875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PCIe address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575" y="1619250"/>
            <a:ext cx="190500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BAR0 16 MiB: registers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6075" y="1619250"/>
            <a:ext cx="6096000" cy="3810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 64 GiB: window onto GPU memory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72575" y="1619250"/>
            <a:ext cx="1905000" cy="3810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BAR3 32 MiB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6075" y="3143250"/>
            <a:ext cx="4476750" cy="10477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 45 GiB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43500" y="2000250"/>
            <a:ext cx="0" cy="1143000"/>
          </a:xfrm>
          <a:prstGeom prst="line">
            <a:avLst/>
          </a:prstGeom>
          <a:ln w="38100">
            <a:solidFill>
              <a:srgbClr val="FF78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15325" y="3143250"/>
            <a:ext cx="2857500" cy="10477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CPU, NIC, other GPUs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read and write here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8572500" y="2000250"/>
            <a:ext cx="1171575" cy="11430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How the NIC reaches GPU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GPU memory.  Pink: BAR1.  Yellow: NIC.  Grey: setup before transfers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428750"/>
            <a:ext cx="32385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1. register the heap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 the NIC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9575" y="1428750"/>
            <a:ext cx="32385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2. driver gives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 addresses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9575" y="1428750"/>
            <a:ext cx="3238500" cy="857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3. NIC remembers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those addresses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48075" y="1857375"/>
            <a:ext cx="57150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58075" y="1857375"/>
            <a:ext cx="571500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29575" y="3238500"/>
            <a:ext cx="323850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19575" y="3238500"/>
            <a:ext cx="3238500" cy="8572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 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9575" y="3238500"/>
            <a:ext cx="32385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458075" y="3667125"/>
            <a:ext cx="571500" cy="0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648075" y="3667125"/>
            <a:ext cx="571500" cy="0"/>
          </a:xfrm>
          <a:prstGeom prst="line">
            <a:avLst/>
          </a:prstGeom>
          <a:ln w="38100">
            <a:solidFill>
              <a:srgbClr val="FF7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575" y="4381500"/>
            <a:ext cx="11372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per transfer: NIC DMA to the BAR1 address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Small window vs large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Pink: mapped part of BAR1.  Green: GPU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 smaller than memory (Kepler: min 256 MB)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982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BAR1 holds all memory + reserve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75" y="1619250"/>
            <a:ext cx="1905000" cy="571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0075" y="1619250"/>
            <a:ext cx="85725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mapped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0075" y="3048000"/>
            <a:ext cx="51816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8700" y="2190750"/>
            <a:ext cx="0" cy="857250"/>
          </a:xfrm>
          <a:prstGeom prst="line">
            <a:avLst/>
          </a:prstGeom>
          <a:ln w="38100">
            <a:solidFill>
              <a:srgbClr val="FF78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0075" y="4095750"/>
            <a:ext cx="5181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map only what is registered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BAR1 Used grows, can run 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10325" y="1619250"/>
            <a:ext cx="5181600" cy="57150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3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mapped once at boot: all of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0325" y="3048000"/>
            <a:ext cx="518160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 memory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81825" y="2190750"/>
            <a:ext cx="0" cy="857250"/>
          </a:xfrm>
          <a:prstGeom prst="line">
            <a:avLst/>
          </a:prstGeom>
          <a:ln w="38100">
            <a:solidFill>
              <a:srgbClr val="FF78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01125" y="2190750"/>
            <a:ext cx="0" cy="857250"/>
          </a:xfrm>
          <a:prstGeom prst="line">
            <a:avLst/>
          </a:prstGeom>
          <a:ln w="38100">
            <a:solidFill>
              <a:srgbClr val="FF78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020425" y="2190750"/>
            <a:ext cx="0" cy="857250"/>
          </a:xfrm>
          <a:prstGeom prst="line">
            <a:avLst/>
          </a:prstGeom>
          <a:ln w="38100">
            <a:solidFill>
              <a:srgbClr val="FF78A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0325" y="4095750"/>
            <a:ext cx="51816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static BAR1 (when enabled): registration reuses it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observed on g7.48xlarge: BAR1 Used 0-3 MiB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