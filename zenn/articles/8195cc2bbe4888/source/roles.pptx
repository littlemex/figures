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each piece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your code.  Blue: Python API and native libraries.  Yellow: bindings.  Gray: GPU driver.  Dashed: opened at run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1028700"/>
            <a:ext cx="409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nccl4py + nvidia-nccl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0" y="1028700"/>
            <a:ext cx="409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nccl-extensions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390650"/>
            <a:ext cx="1619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2190750"/>
            <a:ext cx="1619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Python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3200400"/>
            <a:ext cx="1619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4210050"/>
            <a:ext cx="1619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5334000"/>
            <a:ext cx="1619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1390650"/>
            <a:ext cx="9429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Python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0750" y="219075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nccl.core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Communicator, Buffer, group, interop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4750" y="219075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nccl.ep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Group, Handle, Tensor, interop.torch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0750" y="320040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nccl.bindings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/ cynccl / _internal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4750" y="320040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nccl._extensions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nccl_ep / cynccl_ep / _internal, _runtime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0750" y="421005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libnccl.so.2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communicators, collectives, device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4750" y="4210050"/>
            <a:ext cx="4095750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libnccl_ep.so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dispatch, combine, JIT kernels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0750" y="5334000"/>
            <a:ext cx="942975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libcuda.so.1 (GPU driver)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38625" y="20002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38625" y="30099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38625" y="4019550"/>
            <a:ext cx="0" cy="1905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72625" y="20002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72625" y="30099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72625" y="4019550"/>
            <a:ext cx="0" cy="1905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286500" y="3762375"/>
            <a:ext cx="12382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86500" y="3781425"/>
            <a:ext cx="1238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loads libnccl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first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86500" y="2695575"/>
            <a:ext cx="12382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86500" y="23622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comm.ptr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286500" y="4714875"/>
            <a:ext cx="1238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86500" y="43815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links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2625" y="5029200"/>
            <a:ext cx="0" cy="3048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38625" y="5029200"/>
            <a:ext cx="0" cy="3048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14825" y="504825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at run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8825" y="50482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