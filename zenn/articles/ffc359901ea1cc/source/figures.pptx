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XTTS v2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Only the GPT decoder moves to Neuron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16192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 audio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857500"/>
            <a:ext cx="16192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81250" y="1143000"/>
            <a:ext cx="209550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ConditioningEncoder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1250" y="1676400"/>
            <a:ext cx="209550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PerceiverResampler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1250" y="2857500"/>
            <a:ext cx="20955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Tokenizer + embeddings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028825" y="1352550"/>
            <a:ext cx="352425" cy="2476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9000" y="1562100"/>
            <a:ext cx="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28825" y="3124200"/>
            <a:ext cx="3524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81250" y="2152650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speaker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1428750"/>
            <a:ext cx="3143250" cy="1809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GPT-2 decoder</a:t>
            </a:r>
          </a:p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30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3295650"/>
            <a:ext cx="3143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NeuronCores  (TP=2 on trn1.2xlarge)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76750" y="1885950"/>
            <a:ext cx="47625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76750" y="2762250"/>
            <a:ext cx="476250" cy="3619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6250" y="2857500"/>
            <a:ext cx="2857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82000" y="2647950"/>
            <a:ext cx="142875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lm_head + sampling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9096375" y="1866900"/>
            <a:ext cx="0" cy="7810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096250" y="1866900"/>
            <a:ext cx="100012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10550" y="15240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next token 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0550" y="310515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repeat until EOS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6500" y="1428750"/>
            <a:ext cx="1685925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HiFi-GAN decoder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6500" y="2381250"/>
            <a:ext cx="1685925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Waveform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810750" y="1714500"/>
            <a:ext cx="285750" cy="1047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934700" y="1962150"/>
            <a:ext cx="0" cy="4191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09575" y="37338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36957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CPU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28750" y="37338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24025" y="369570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NeuronCores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" y="4191000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Static capacity: up to 1081 positions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575" y="4533900"/>
            <a:ext cx="698347" cy="438150"/>
          </a:xfrm>
          <a:prstGeom prst="roundRect">
            <a:avLst>
              <a:gd name="adj" fmla="val 6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&lt;=70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6022" y="4533900"/>
            <a:ext cx="4212253" cy="43815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 &lt;= 402 + BOS/EOS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6375" y="4533900"/>
            <a:ext cx="6347950" cy="438150"/>
          </a:xfrm>
          <a:prstGeom prst="roundRect">
            <a:avLst>
              <a:gd name="adj" fmla="val 6000"/>
            </a:avLst>
          </a:prstGeom>
          <a:solidFill>
            <a:srgbClr val="50420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audio &lt;= 605 + BOS/EOS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9575" y="5067300"/>
            <a:ext cx="4948700" cy="32385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prefill: once, all at once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6375" y="5067300"/>
            <a:ext cx="6347950" cy="32385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decode: one token per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new class bridges Coqui TTS and NxD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Swap gpt_inference; nothing above it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72390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Coqui TTS   synthesize()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34325" y="1371600"/>
            <a:ext cx="1524000" cy="323850"/>
          </a:xfrm>
          <a:prstGeom prst="roundRect">
            <a:avLst>
              <a:gd name="adj" fmla="val 3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075" y="2095500"/>
            <a:ext cx="62865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Hugging Face   generate()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4325" y="2228850"/>
            <a:ext cx="1524000" cy="323850"/>
          </a:xfrm>
          <a:prstGeom prst="roundRect">
            <a:avLst>
              <a:gd name="adj" fmla="val 3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unchanged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9075" y="18288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0575" y="1828800"/>
            <a:ext cx="0" cy="11811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9625" y="2419350"/>
            <a:ext cx="552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before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generate()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009900"/>
            <a:ext cx="7239000" cy="106680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317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975" y="30670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NeuronGPT2InferenceModel  (bridge)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175" y="3467100"/>
            <a:ext cx="2095500" cy="4572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1325" y="3467100"/>
            <a:ext cx="2095500" cy="4572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(write position)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4475" y="3467100"/>
            <a:ext cx="2095500" cy="4572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lm_head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4325" y="3352800"/>
            <a:ext cx="1524000" cy="38100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67075" y="2686050"/>
            <a:ext cx="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91075" y="2686050"/>
            <a:ext cx="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66825" y="27051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forward()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6325" y="270510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logits, dummy KV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575" y="4438650"/>
            <a:ext cx="7239000" cy="1428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14575" y="44767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NxD Inference application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175" y="4800600"/>
            <a:ext cx="28575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prefill_app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475" y="4800600"/>
            <a:ext cx="28575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decode_app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95675" y="5019675"/>
            <a:ext cx="106680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95675" y="4762500"/>
            <a:ext cx="106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KV copy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175" y="5334000"/>
            <a:ext cx="6781800" cy="419100"/>
          </a:xfrm>
          <a:prstGeom prst="roundRect">
            <a:avLst>
              <a:gd name="adj" fmla="val 10000"/>
            </a:avLst>
          </a:prstGeom>
          <a:solidFill>
            <a:srgbClr val="24A046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NeuronGPTTransformer on NeuronCores  (KV cache on device)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66925" y="4076700"/>
            <a:ext cx="0" cy="7239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91225" y="4076700"/>
            <a:ext cx="0" cy="7239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62175" y="411480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store_prefix_emb()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6475" y="41529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forward(), every step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4325" y="4953000"/>
            <a:ext cx="1524000" cy="323850"/>
          </a:xfrm>
          <a:prstGeom prst="roundRect">
            <a:avLst>
              <a:gd name="adj" fmla="val 3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earlier article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20250" y="3009900"/>
            <a:ext cx="2162175" cy="10668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gpt.gpt_inference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=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bridge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