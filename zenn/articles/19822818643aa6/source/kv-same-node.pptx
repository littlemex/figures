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  <p:sldId id="262" r:id="rId6"/>
    <p:sldId id="263" r:id="rId5"/>
    <p:sldId id="264" r:id="rId4"/>
    <p:sldId id="265" r:id="rId3"/>
    <p:sldId id="266" r:id="rId2"/>
    <p:sldId id="267" r:id="rId20"/>
    <p:sldId id="268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Three same-node transfer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2865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Who owns which part of the copy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0418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9968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NIXL / UCX / libfabric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9511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9061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hardware / caveat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1504950"/>
            <a:ext cx="3543300" cy="3429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81225" y="1847850"/>
            <a:ext cx="0" cy="2286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9575" y="2076450"/>
            <a:ext cx="354330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81225" y="2609850"/>
            <a:ext cx="0" cy="2286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9575" y="1371600"/>
            <a:ext cx="35433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1: UCX default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575" y="2838450"/>
            <a:ext cx="354330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UCX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81225" y="3371850"/>
            <a:ext cx="0" cy="2286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9575" y="3600450"/>
            <a:ext cx="354330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cuda_ipc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(GPU direct copy)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575" y="4362450"/>
            <a:ext cx="3543300" cy="5334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device: not reached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575" y="5010150"/>
            <a:ext cx="35433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device not reached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5775" y="1504950"/>
            <a:ext cx="3543300" cy="3429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67425" y="1847850"/>
            <a:ext cx="0" cy="2286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95775" y="2076450"/>
            <a:ext cx="354330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67425" y="2609850"/>
            <a:ext cx="0" cy="2286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95775" y="1371600"/>
            <a:ext cx="35433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2: LIBFABRIC default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5775" y="2838450"/>
            <a:ext cx="354330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libfabric (efa provider)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67425" y="3371850"/>
            <a:ext cx="0" cy="2286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95775" y="3600450"/>
            <a:ext cx="354330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shm provider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(IPC when export succeeds)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5775" y="4362450"/>
            <a:ext cx="3543300" cy="5334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device: not reached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5775" y="5010150"/>
            <a:ext cx="35433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device not reached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1975" y="1504950"/>
            <a:ext cx="3543300" cy="3429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953625" y="1847850"/>
            <a:ext cx="0" cy="2286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81975" y="2076450"/>
            <a:ext cx="354330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53625" y="2609850"/>
            <a:ext cx="0" cy="2286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81975" y="1371600"/>
            <a:ext cx="35433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3: LIBFABRIC, shm off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1975" y="2838450"/>
            <a:ext cx="354330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libfabric (efa provider)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953625" y="3371850"/>
            <a:ext cx="0" cy="2286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181975" y="3600450"/>
            <a:ext cx="354330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device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(RDMA WRITE)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953625" y="4133850"/>
            <a:ext cx="0" cy="22860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181975" y="4362450"/>
            <a:ext cx="35433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 GPU buffer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1975" y="5010150"/>
            <a:ext cx="35433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device reached (loopback)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9575" y="5772150"/>
            <a:ext cx="11372850" cy="53340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Path 2's IPC and path 3 skip the host CPU for the data; path 2 falls back to a host-memory bounce buffer when the IPC handle export fails (see TP1, later in this article)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Where the path gets decided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2865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At connection setup, not per transfer: inserting a peer address decides shm vs hardware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0418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9968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NIXL / UCX / libfabric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9511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9061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hardware / caveat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1428750"/>
            <a:ext cx="28575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FI_PROVIDER=efa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67075" y="1714500"/>
            <a:ext cx="638175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05250" y="1428750"/>
            <a:ext cx="32385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 (LIBFABRIC backend)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43750" y="1714500"/>
            <a:ext cx="638175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81925" y="1428750"/>
            <a:ext cx="3590925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fi_av_insert(): register peer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72625" y="2000250"/>
            <a:ext cx="0" cy="381000"/>
          </a:xfrm>
          <a:prstGeom prst="line">
            <a:avLst/>
          </a:prstGeom>
          <a:ln w="317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24500" y="2381250"/>
            <a:ext cx="58483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efa_conn_rdm_insert_shm_av()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48675" y="3048000"/>
            <a:ext cx="0" cy="38100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734175" y="3429000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calls efa_is_local_peer():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is the peer on this node?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572000" y="4191000"/>
            <a:ext cx="2667000" cy="57150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24000" y="44577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yes, and shm_av exists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34500" y="4191000"/>
            <a:ext cx="857250" cy="571500"/>
          </a:xfrm>
          <a:prstGeom prst="line">
            <a:avLst/>
          </a:prstGeom>
          <a:ln w="1905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82000" y="44577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 (or no shm_av)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24000" y="4762500"/>
            <a:ext cx="45720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registered in shm provider's address table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(shm handles this peer from now on)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82000" y="4762500"/>
            <a:ext cx="285750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stays on efa_rdm_rma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(hardware path)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575" y="571500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Source: efa_conn.c#L14-L31 (is_local_peer) and #L104-L148 (insert_shm_av), at commit 5a13558c2fcea15f1a6c4e8c06dc702e50724cf8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shm write: the receiver copies, not the sender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2865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NIXL always sets FI_REMOTE_CQ_DATA, so shm skips its sender-copy fast path and uses the IPC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0418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9968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NIXL / UCX / libfabric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9511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9061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hardware / caveat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1333500"/>
            <a:ext cx="47625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 process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buffer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19925" y="1333500"/>
            <a:ext cx="476250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 process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buffer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575" y="2133600"/>
            <a:ext cx="476250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exports a CUDA IPC handle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(no copy here)</a:t>
            </a:r>
          </a:p>
        </p:txBody>
      </p:sp>
      <p:sp>
        <p:nvSpPr>
          <p:cNvPr id="13" name="Oval 12"/>
          <p:cNvSpPr/>
          <p:nvPr/>
        </p:nvSpPr>
        <p:spPr>
          <a:xfrm>
            <a:off x="2190750" y="2000250"/>
            <a:ext cx="247650" cy="247650"/>
          </a:xfrm>
          <a:prstGeom prst="ellipse">
            <a:avLst/>
          </a:prstGeom>
          <a:solidFill>
            <a:srgbClr val="5A5A62"/>
          </a:solidFill>
          <a:ln w="254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72075" y="2400300"/>
            <a:ext cx="1847850" cy="457200"/>
          </a:xfrm>
          <a:prstGeom prst="line">
            <a:avLst/>
          </a:prstGeom>
          <a:ln w="317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86375" y="2705100"/>
            <a:ext cx="2095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handle + command, not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19925" y="2857500"/>
            <a:ext cx="476250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command queue (receiver's side)</a:t>
            </a:r>
          </a:p>
        </p:txBody>
      </p:sp>
      <p:sp>
        <p:nvSpPr>
          <p:cNvPr id="17" name="Oval 16"/>
          <p:cNvSpPr/>
          <p:nvPr/>
        </p:nvSpPr>
        <p:spPr>
          <a:xfrm>
            <a:off x="8801100" y="2724150"/>
            <a:ext cx="247650" cy="247650"/>
          </a:xfrm>
          <a:prstGeom prst="ellipse">
            <a:avLst/>
          </a:prstGeom>
          <a:solidFill>
            <a:srgbClr val="5A5A62"/>
          </a:solidFill>
          <a:ln w="254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01175" y="3390900"/>
            <a:ext cx="0" cy="32385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19925" y="3714750"/>
            <a:ext cx="476250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receiver's own progress loop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(inside fi_cq_read)</a:t>
            </a:r>
          </a:p>
        </p:txBody>
      </p:sp>
      <p:sp>
        <p:nvSpPr>
          <p:cNvPr id="20" name="Oval 19"/>
          <p:cNvSpPr/>
          <p:nvPr/>
        </p:nvSpPr>
        <p:spPr>
          <a:xfrm>
            <a:off x="8801100" y="3581400"/>
            <a:ext cx="247650" cy="247650"/>
          </a:xfrm>
          <a:prstGeom prst="ellipse">
            <a:avLst/>
          </a:prstGeom>
          <a:solidFill>
            <a:srgbClr val="5A5A62"/>
          </a:solidFill>
          <a:ln w="254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01175" y="4248150"/>
            <a:ext cx="0" cy="32385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019925" y="4572000"/>
            <a:ext cx="476250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opens the handle, copies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GPU-to-GPU, synchronously</a:t>
            </a:r>
          </a:p>
        </p:txBody>
      </p:sp>
      <p:sp>
        <p:nvSpPr>
          <p:cNvPr id="23" name="Oval 22"/>
          <p:cNvSpPr/>
          <p:nvPr/>
        </p:nvSpPr>
        <p:spPr>
          <a:xfrm>
            <a:off x="8801100" y="4438650"/>
            <a:ext cx="247650" cy="247650"/>
          </a:xfrm>
          <a:prstGeom prst="ellipse">
            <a:avLst/>
          </a:prstGeom>
          <a:solidFill>
            <a:srgbClr val="5A5A62"/>
          </a:solidFill>
          <a:ln w="254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5524500" y="4572000"/>
            <a:ext cx="1495425" cy="190500"/>
          </a:xfrm>
          <a:prstGeom prst="line">
            <a:avLst/>
          </a:prstGeom>
          <a:ln w="1905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9575" y="4572000"/>
            <a:ext cx="45720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status flag flips in the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sender's own memory region</a:t>
            </a:r>
          </a:p>
        </p:txBody>
      </p:sp>
      <p:sp>
        <p:nvSpPr>
          <p:cNvPr id="26" name="Oval 25"/>
          <p:cNvSpPr/>
          <p:nvPr/>
        </p:nvSpPr>
        <p:spPr>
          <a:xfrm>
            <a:off x="2476500" y="4438650"/>
            <a:ext cx="247650" cy="247650"/>
          </a:xfrm>
          <a:prstGeom prst="ellipse">
            <a:avLst/>
          </a:prstGeom>
          <a:solidFill>
            <a:srgbClr val="5A5A62"/>
          </a:solidFill>
          <a:ln w="254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575" y="3714750"/>
            <a:ext cx="457200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sender's own next fi_cq_read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notices the flag, completes</a:t>
            </a:r>
          </a:p>
        </p:txBody>
      </p:sp>
      <p:sp>
        <p:nvSpPr>
          <p:cNvPr id="28" name="Oval 27"/>
          <p:cNvSpPr/>
          <p:nvPr/>
        </p:nvSpPr>
        <p:spPr>
          <a:xfrm>
            <a:off x="2476500" y="3581400"/>
            <a:ext cx="247650" cy="247650"/>
          </a:xfrm>
          <a:prstGeom prst="ellipse">
            <a:avLst/>
          </a:prstGeom>
          <a:solidFill>
            <a:srgbClr val="5A5A62"/>
          </a:solidFill>
          <a:ln w="25400">
            <a:solidFill>
              <a:srgbClr val="F5F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695575" y="4248150"/>
            <a:ext cx="0" cy="323850"/>
          </a:xfrm>
          <a:prstGeom prst="line">
            <a:avLst/>
          </a:prstGeom>
          <a:ln w="1905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09575" y="5448300"/>
            <a:ext cx="11372850" cy="571500"/>
          </a:xfrm>
          <a:prstGeom prst="roundRect">
            <a:avLst>
              <a:gd name="adj" fmla="val 10000"/>
            </a:avLst>
          </a:prstGeom>
          <a:solidFill>
            <a:srgbClr val="501818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fi_cq_read and postWrite share one lock (ep_mutex_): writer threads were seen waiting on it under load, never at low load -- whether progress was inside a copy at that moment is unconfirmed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575" y="60960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Source: smr_rma.c#L335, smr_ep.c#L553-L611 (IPC protocol), smr_progress.c#L522-L597, libfabric_rail.cpp#L722-L725 / #L1129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TP1 was quietly taking a different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2865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SGLang's transfer threads never pick a GPU, so TP1's IPC handle export fails on every write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0418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9968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NIXL / UCX / libfabric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9511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9061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hardware / caveat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" y="1123950"/>
            <a:ext cx="551497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 TP0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1504950"/>
            <a:ext cx="5514975" cy="3333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175" y="1733550"/>
            <a:ext cx="5057775" cy="819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transfer_worker thread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(no cuda.set_device, happens to match)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7062" y="2552700"/>
            <a:ext cx="0" cy="247650"/>
          </a:xfrm>
          <a:prstGeom prst="line">
            <a:avLst/>
          </a:prstGeom>
          <a:ln w="317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8175" y="2800350"/>
            <a:ext cx="5057775" cy="8191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cudaIpcGetMemHandle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succeeds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67062" y="3619500"/>
            <a:ext cx="0" cy="247650"/>
          </a:xfrm>
          <a:prstGeom prst="line">
            <a:avLst/>
          </a:prstGeom>
          <a:ln w="317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8175" y="3867150"/>
            <a:ext cx="5057775" cy="819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IPC protocol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(previous slide)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575" y="4914900"/>
            <a:ext cx="5514975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fast path, every 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7450" y="1123950"/>
            <a:ext cx="551497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 TP1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7450" y="1504950"/>
            <a:ext cx="5514975" cy="3333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6050" y="1733550"/>
            <a:ext cx="5057775" cy="819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transfer_worker thread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(no cuda.set_device, wrong device)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24938" y="2552700"/>
            <a:ext cx="0" cy="247650"/>
          </a:xfrm>
          <a:prstGeom prst="line">
            <a:avLst/>
          </a:prstGeom>
          <a:ln w="317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96050" y="2800350"/>
            <a:ext cx="5057775" cy="819150"/>
          </a:xfrm>
          <a:prstGeom prst="roundRect">
            <a:avLst>
              <a:gd name="adj" fmla="val 10000"/>
            </a:avLst>
          </a:prstGeom>
          <a:solidFill>
            <a:srgbClr val="501818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cuMemGetAddressRange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fails: CUDA_ERROR_NOT_FOUND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24938" y="3619500"/>
            <a:ext cx="0" cy="247650"/>
          </a:xfrm>
          <a:prstGeom prst="line">
            <a:avLst/>
          </a:prstGeom>
          <a:ln w="31750">
            <a:solidFill>
              <a:srgbClr val="DC2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96050" y="3867150"/>
            <a:ext cx="5057775" cy="8191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smr_do_ipc() catches it,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falls back to SAR inline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7450" y="4914900"/>
            <a:ext cx="5514975" cy="381000"/>
          </a:xfrm>
          <a:prstGeom prst="roundRect">
            <a:avLst>
              <a:gd name="adj" fmla="val 10000"/>
            </a:avLst>
          </a:prstGeom>
          <a:solidFill>
            <a:srgbClr val="501818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host bounce buffers (measured: every write in one cold-start request)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575" y="539115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27 failures in one cold-start request (1 per model layer); FI_WARN_ONCE prints the fallback warning only once per process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575" y="5734050"/>
            <a:ext cx="1137285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fix: one line -- torch.cuda.set_device(self.kv_args.gpu_id) -- at the top of transfer_worker. shm stays on the whole time; TP1 now takes the same IPC path as TP0.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575" y="636270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Source: conn.py#L291-L295 / #L563 (SGLang), smr_ep.c#L697-L729 (smr_do_ipc fallback), at the pinned commits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traffic, the SGLang patch, and NIXL 1.4.0 alone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2865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prefill_transfer_kv_cache mean -- top 3 rows per panel: shm on; bottom row: shm-off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0418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9968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NIXL / UCX / libfabric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9511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9061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hardware / caveat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" y="1219200"/>
            <a:ext cx="495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req/s  (bars scaled to 1,900 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575" y="15811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 1.1.0, unpatched (TP1 -&gt; SAR)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575" y="1847850"/>
            <a:ext cx="314325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9575" y="1847850"/>
            <a:ext cx="3120420" cy="285750"/>
          </a:xfrm>
          <a:prstGeom prst="roundRect">
            <a:avLst>
              <a:gd name="adj" fmla="val 30000"/>
            </a:avLst>
          </a:prstGeom>
          <a:solidFill>
            <a:srgbClr val="DC2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245" y="1809750"/>
            <a:ext cx="173733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DC2658"/>
                </a:solidFill>
                <a:latin typeface="Amazon Ember"/>
                <a:ea typeface="メイリオ"/>
                <a:cs typeface="メイリオ"/>
              </a:rPr>
              <a:t>1,886.2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26479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 1.1.0, patched (torch.cuda.set_device)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575" y="2914650"/>
            <a:ext cx="314325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9575" y="2914650"/>
            <a:ext cx="763313" cy="285750"/>
          </a:xfrm>
          <a:prstGeom prst="roundRect">
            <a:avLst>
              <a:gd name="adj" fmla="val 30000"/>
            </a:avLst>
          </a:prstGeom>
          <a:solidFill>
            <a:srgbClr val="3BD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8138" y="2876550"/>
            <a:ext cx="409443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461.4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575" y="37147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 1.4.0, shm on, no SGLang patch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575" y="3981450"/>
            <a:ext cx="314325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9575" y="3981450"/>
            <a:ext cx="881930" cy="28575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6755" y="3943350"/>
            <a:ext cx="397582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533.1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575" y="47815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reference: shm off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575" y="5048250"/>
            <a:ext cx="314325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9575" y="5048250"/>
            <a:ext cx="324582" cy="285750"/>
          </a:xfrm>
          <a:prstGeom prst="roundRect">
            <a:avLst>
              <a:gd name="adj" fmla="val 30000"/>
            </a:avLst>
          </a:prstGeom>
          <a:solidFill>
            <a:srgbClr val="96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407" y="5010150"/>
            <a:ext cx="453316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196.2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9825" y="1219200"/>
            <a:ext cx="495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 req/s  (bars scaled to 13,000 ms)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9825" y="15811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 1.1.0, unpatched (TP1 -&gt; SAR)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9825" y="1847850"/>
            <a:ext cx="314325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9825" y="1847850"/>
            <a:ext cx="3052676" cy="285750"/>
          </a:xfrm>
          <a:prstGeom prst="roundRect">
            <a:avLst>
              <a:gd name="adj" fmla="val 30000"/>
            </a:avLst>
          </a:prstGeom>
          <a:solidFill>
            <a:srgbClr val="DC2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67751" y="1809750"/>
            <a:ext cx="1805074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DC2658"/>
                </a:solidFill>
                <a:latin typeface="Amazon Ember"/>
                <a:ea typeface="メイリオ"/>
                <a:cs typeface="メイリオ"/>
              </a:rPr>
              <a:t>12,625.4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9825" y="26479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 1.1.0, patched (torch.cuda.set_device)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9825" y="2914650"/>
            <a:ext cx="314325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19825" y="2914650"/>
            <a:ext cx="139439" cy="285750"/>
          </a:xfrm>
          <a:prstGeom prst="roundRect">
            <a:avLst>
              <a:gd name="adj" fmla="val 30000"/>
            </a:avLst>
          </a:prstGeom>
          <a:solidFill>
            <a:srgbClr val="3BD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4514" y="2876550"/>
            <a:ext cx="4718311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576.7 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9825" y="37147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 1.4.0, shm on, no SGLang patch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9825" y="3981450"/>
            <a:ext cx="314325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19825" y="3981450"/>
            <a:ext cx="160523" cy="28575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5598" y="3943350"/>
            <a:ext cx="469722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663.9 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9825" y="47815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reference: shm off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9825" y="5048250"/>
            <a:ext cx="314325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19825" y="5048250"/>
            <a:ext cx="119685" cy="285750"/>
          </a:xfrm>
          <a:prstGeom prst="roundRect">
            <a:avLst>
              <a:gd name="adj" fmla="val 30000"/>
            </a:avLst>
          </a:prstGeom>
          <a:solidFill>
            <a:srgbClr val="96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34760" y="5010150"/>
            <a:ext cx="473806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495.0 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9575" y="6191250"/>
            <a:ext cx="11372850" cy="57150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NIXL 1.4.0 alone, with no SGLang-side patch, lands close to the patched row at both rates (each panel has its own bar scale; bars are not comparable across panels)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FI_EFA_ENABLE_SHM_TRANSFER=0: the hardware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2865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 shm endpoint is created; writes go to the one EFA device, which loops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0418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9968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NIXL / UCX / libfabric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9511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9061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hardware / caveat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1428750"/>
            <a:ext cx="40005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 process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buffer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10075" y="1762125"/>
            <a:ext cx="923925" cy="0"/>
          </a:xfrm>
          <a:prstGeom prst="line">
            <a:avLst/>
          </a:prstGeom>
          <a:ln w="317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34000" y="1428750"/>
            <a:ext cx="28575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efa_rdm_rma_post_write()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62750" y="2095500"/>
            <a:ext cx="0" cy="47625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34000" y="2571750"/>
            <a:ext cx="2857500" cy="904875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RDMA WRITE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hw completion: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IBV_WC_RDMA_WRITE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62750" y="3476625"/>
            <a:ext cx="0" cy="333375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81500" y="3810000"/>
            <a:ext cx="476250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device (1 of 2 on the node)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loopback to itself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62750" y="4572000"/>
            <a:ext cx="0" cy="47625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34000" y="5048250"/>
            <a:ext cx="28575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 process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buffer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" y="3810000"/>
            <a:ext cx="333375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shm_ep never created: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efa_shm_info_create() returns early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43325" y="4191000"/>
            <a:ext cx="638175" cy="0"/>
          </a:xfrm>
          <a:prstGeom prst="line">
            <a:avLst/>
          </a:prstGeom>
          <a:ln w="1905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9575" y="617220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Source: efa_shm.c#L68-L77, efa_rdm_rma.c, efa_rdm_rma.h#L30-L66 at the same 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UCX: cuda_ipc chosen automatically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2865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Real data is zero-copy; tcp / cma carry only small control messages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0418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9968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NIXL / UCX / libfabric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9511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9061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hardware / caveat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1524000"/>
            <a:ext cx="47625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 process</a:t>
            </a:r>
          </a:p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19925" y="1524000"/>
            <a:ext cx="47625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 process</a:t>
            </a:r>
          </a:p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(dev 0)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72075" y="1809750"/>
            <a:ext cx="1847850" cy="0"/>
          </a:xfrm>
          <a:prstGeom prst="line">
            <a:avLst/>
          </a:prstGeom>
          <a:ln w="444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34000" y="14287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cuda_ipc  zero-copy write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72075" y="2286000"/>
            <a:ext cx="1847850" cy="0"/>
          </a:xfrm>
          <a:prstGeom prst="line">
            <a:avLst/>
          </a:prstGeom>
          <a:ln w="1905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34000" y="23622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tcp / cma  control messages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2500" y="3143250"/>
            <a:ext cx="266700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device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(not used on this path)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575" y="4191000"/>
            <a:ext cx="11372850" cy="85725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Startup log with UCX_PROTO_INFO=y: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"device(cuda_ipc/cuda)  remote memory write by ucp_put* from cuda/GPU0 to cuda/dev[0] | zero-copy | cuda_ipc/cuda"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Three paths,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2865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Same request, three ways the bytes can move inside one node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0418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9968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NIXL / UCX / libfabric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9511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9061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hardware / caveat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" y="1123950"/>
            <a:ext cx="3543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1: UCX (default)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1524000"/>
            <a:ext cx="3543300" cy="3810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0075" y="1752600"/>
            <a:ext cx="31623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 GPU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81225" y="2609850"/>
            <a:ext cx="0" cy="285750"/>
          </a:xfrm>
          <a:prstGeom prst="line">
            <a:avLst/>
          </a:prstGeom>
          <a:ln w="31750">
            <a:solidFill>
              <a:srgbClr val="24A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0075" y="2895600"/>
            <a:ext cx="31623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cuda_ipc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zero-copy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81225" y="3752850"/>
            <a:ext cx="0" cy="285750"/>
          </a:xfrm>
          <a:prstGeom prst="line">
            <a:avLst/>
          </a:prstGeom>
          <a:ln w="317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0075" y="4038600"/>
            <a:ext cx="31623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 GPU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575" y="5524500"/>
            <a:ext cx="3543300" cy="4191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device: not 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5775" y="1123950"/>
            <a:ext cx="3543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2: LIBFABRIC (default, shm)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5775" y="1524000"/>
            <a:ext cx="3543300" cy="3810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86275" y="1752600"/>
            <a:ext cx="31623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 GPU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67425" y="2609850"/>
            <a:ext cx="0" cy="285750"/>
          </a:xfrm>
          <a:prstGeom prst="line">
            <a:avLst/>
          </a:prstGeom>
          <a:ln w="31750">
            <a:solidFill>
              <a:srgbClr val="24A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86275" y="2895600"/>
            <a:ext cx="316230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shm provider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IPC when export succeeds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67425" y="3752850"/>
            <a:ext cx="0" cy="285750"/>
          </a:xfrm>
          <a:prstGeom prst="line">
            <a:avLst/>
          </a:prstGeom>
          <a:ln w="317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486275" y="4038600"/>
            <a:ext cx="31623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 GPU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5775" y="5524500"/>
            <a:ext cx="3543300" cy="4191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device: not used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1975" y="1123950"/>
            <a:ext cx="3543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3: LIBFABRIC, shm off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1975" y="1524000"/>
            <a:ext cx="3543300" cy="3810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72475" y="1752600"/>
            <a:ext cx="31623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Sender GPU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53625" y="2609850"/>
            <a:ext cx="0" cy="285750"/>
          </a:xfrm>
          <a:prstGeom prst="line">
            <a:avLst/>
          </a:prstGeom>
          <a:ln w="31750">
            <a:solidFill>
              <a:srgbClr val="24A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72475" y="2895600"/>
            <a:ext cx="3162300" cy="857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device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RDMA WRITE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953625" y="3752850"/>
            <a:ext cx="0" cy="28575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372475" y="4038600"/>
            <a:ext cx="31623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Receiver GPU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1975" y="5524500"/>
            <a:ext cx="3543300" cy="4191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device: used (loopback)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How the transfer was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2865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Stage counters inside SGLang and the EFA device's own hardware counters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0418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9968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NIXL / UCX / libfabric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9511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9061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hardware / caveat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1428750"/>
            <a:ext cx="5334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SGLang --enable-metrics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stage counter: prefill_transfer_kv_cache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8425" y="1428750"/>
            <a:ext cx="5334000" cy="857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hardware counters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sysfs hw_counters, read before/after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247650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Where the counters are visible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" y="2819400"/>
            <a:ext cx="5334000" cy="1333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Host-network pod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hw_counters visible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counters read correctly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8425" y="2819400"/>
            <a:ext cx="5334000" cy="1333500"/>
          </a:xfrm>
          <a:prstGeom prst="roundRect">
            <a:avLst>
              <a:gd name="adj" fmla="val 10000"/>
            </a:avLst>
          </a:prstGeom>
          <a:solidFill>
            <a:srgbClr val="501818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In-pod, no host network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hw_counters directory absent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value unavailable, not a measured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4381500"/>
            <a:ext cx="113728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blind spot follows the pod's hostNetwork setting, not whether the EFA device was used.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Transfer stage time under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2865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prefill_transfer_kv_cache, page size 1 unless noted; path 2 rows are the unpatched TP1-bug 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0418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9968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NIXL / UCX / libfabric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9511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9061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hardware / caveat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" y="14097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2: shm, unpatched (1 req/s)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1500" y="1428750"/>
            <a:ext cx="590550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1500" y="1428750"/>
            <a:ext cx="742597" cy="28575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9347" y="1390650"/>
            <a:ext cx="2095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1,886.2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575" y="19050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2: shm, unpatched (2 req/s)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1500" y="1924050"/>
            <a:ext cx="590550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1500" y="1924050"/>
            <a:ext cx="4970620" cy="28575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7370" y="1885950"/>
            <a:ext cx="2095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12,625.4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575" y="24003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2: shm, 1-seed reference (1 req/s)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1500" y="2419350"/>
            <a:ext cx="590550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1500" y="2419350"/>
            <a:ext cx="699014" cy="285750"/>
          </a:xfrm>
          <a:prstGeom prst="roundRect">
            <a:avLst>
              <a:gd name="adj" fmla="val 30000"/>
            </a:avLst>
          </a:prstGeom>
          <a:solidFill>
            <a:srgbClr val="96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5764" y="2381250"/>
            <a:ext cx="2095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1,775.5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575" y="28956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3: shm off (1 req/s)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1500" y="2914650"/>
            <a:ext cx="590550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1500" y="2914650"/>
            <a:ext cx="77244" cy="285750"/>
          </a:xfrm>
          <a:prstGeom prst="roundRect">
            <a:avLst>
              <a:gd name="adj" fmla="val 30000"/>
            </a:avLst>
          </a:prstGeom>
          <a:solidFill>
            <a:srgbClr val="3BD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994" y="2876550"/>
            <a:ext cx="2095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196.2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575" y="33909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3: shm off, page 64 (1 req/s)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1500" y="3409950"/>
            <a:ext cx="590550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1500" y="3409950"/>
            <a:ext cx="57150" cy="285750"/>
          </a:xfrm>
          <a:prstGeom prst="roundRect">
            <a:avLst>
              <a:gd name="adj" fmla="val 30000"/>
            </a:avLst>
          </a:prstGeom>
          <a:solidFill>
            <a:srgbClr val="3BD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3900" y="3371850"/>
            <a:ext cx="2095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60.0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575" y="38862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3: shm off (2 req/s)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1500" y="3905250"/>
            <a:ext cx="590550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81500" y="3905250"/>
            <a:ext cx="194882" cy="285750"/>
          </a:xfrm>
          <a:prstGeom prst="roundRect">
            <a:avLst>
              <a:gd name="adj" fmla="val 30000"/>
            </a:avLst>
          </a:prstGeom>
          <a:solidFill>
            <a:srgbClr val="3BD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1632" y="3867150"/>
            <a:ext cx="2095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495.0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575" y="4381500"/>
            <a:ext cx="3810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3: shm off, page 64 (2 req/s)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1500" y="4400550"/>
            <a:ext cx="5905500" cy="28575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270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81500" y="4400550"/>
            <a:ext cx="73661" cy="285750"/>
          </a:xfrm>
          <a:prstGeom prst="roundRect">
            <a:avLst>
              <a:gd name="adj" fmla="val 30000"/>
            </a:avLst>
          </a:prstGeom>
          <a:solidFill>
            <a:srgbClr val="3BD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0411" y="4362450"/>
            <a:ext cx="2095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187.1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9575" y="4972050"/>
            <a:ext cx="11372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Path 2's unpatched rows are the matched A/B's own run (37/67 observations); its 1-seed row below is an older, separate reference. Path 3 rows are each a single bracketed run (not seed-averaged), 33-63 requests.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9575" y="5638800"/>
            <a:ext cx="113728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Caveat added later: this traffic's own 4-5 token shared prefix hits the cache at page 1 but never at page 64 (see the cached-token-confound slide) -- part of the page-64 rows' speedup may be that, not page size itself.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byte-level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2865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hardware counter rdma_write_bytes, before vs after 17 requests at TP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238250"/>
            <a:ext cx="3543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1: UCX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600200"/>
            <a:ext cx="354330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measured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2571750"/>
            <a:ext cx="354330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expected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~0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5775" y="1238250"/>
            <a:ext cx="3543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2: shm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5775" y="1600200"/>
            <a:ext cx="354330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measured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5775" y="2571750"/>
            <a:ext cx="354330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expected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~0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1975" y="1238250"/>
            <a:ext cx="3543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3: shm 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1975" y="1600200"/>
            <a:ext cx="354330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measured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8,663,389,312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1975" y="2571750"/>
            <a:ext cx="354330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expected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8,663,334,912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575" y="36195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Expected bytes = 254,803,968 (1 request × 1 rank) × 2 ranks × 17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575" y="39624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shm off ratio: measured / expected = 1.0000063 (about 54 KB over, 0.0006%)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575" y="4476750"/>
            <a:ext cx="11372850" cy="66675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 20-second idle window right before the shm-off transfer showed zero counter movement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Three factors examined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2865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Descriptor count: fresh-prompt (2 req/s) vs reused-traffic (3 seeds x 3 rates); thread interventions tested at 1 req/s, page size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0418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9968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NIXL / UCX / libfabric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9511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9061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hardware / caveat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1428750"/>
            <a:ext cx="3543300" cy="1809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075" y="1581150"/>
            <a:ext cx="3162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Descriptor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75" y="1962150"/>
            <a:ext cx="31623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fresh-prompt protocol: ~27 for 77/80 calls;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reused-traffic protocol (3 seeds x 3 rates):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mean 143.9 (1.1.0/page1/shm-on) vs 41.2 (1.4.0/page64/shm-off)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5775" y="1428750"/>
            <a:ext cx="3543300" cy="1809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6275" y="1581150"/>
            <a:ext cx="3162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UCX progress threads: 8 -&gt;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6275" y="1962150"/>
            <a:ext cx="31623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130.0 ms -&gt; 132.9 ms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(no improvement in this probe --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not supported as the main factor)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1975" y="1428750"/>
            <a:ext cx="3543300" cy="1809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2475" y="1581150"/>
            <a:ext cx="3162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NIXL 1.4.0 posting pool: off/on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2475" y="1962150"/>
            <a:ext cx="31623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postWrite TIDs/rank: 4 -&gt; 8 (confirmed by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bpftrace, matches config). Stage time across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3 seeds x 2 rates: sign flips per seed -- inconclusive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" y="3524250"/>
            <a:ext cx="11372850" cy="47625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LIBFABRIC and UCX logged the same ~27 descriptors on this run, yet the stage time still differed ~5x (1,772.8 ms vs 344.9 ms) -- occasional fragmentation is real but does not explain the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575" y="4191000"/>
            <a:ext cx="113728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1,772.8 ms LIBFABRIC/shm value above still carries TP1's SAR fallback (earlier in this article); UCX is a different backend and is not subject to that bug. The reused-traffic descriptor-count sweep and the fresh-prompt one are different protocols (cache state is a live confound), not a contradiction. The posting-pool run carries NIXL's own context-restore fix by default; posting-thread counts are directly confirmed, stage-time benefit is not.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candidate for the remaining 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2865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gdb caught the decode engine's NIXL progress thread inside this chain, 6 of 32 TP0 samples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0418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9968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NIXL / UCX / libfabric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9511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9061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hardware / caveat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1333500"/>
            <a:ext cx="590550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 engine: progressThread()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62325" y="1943100"/>
            <a:ext cx="0" cy="171450"/>
          </a:xfrm>
          <a:prstGeom prst="line">
            <a:avLst/>
          </a:prstGeom>
          <a:ln w="317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9575" y="2114550"/>
            <a:ext cx="590550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progressActiveRails()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62325" y="2724150"/>
            <a:ext cx="0" cy="171450"/>
          </a:xfrm>
          <a:prstGeom prst="line">
            <a:avLst/>
          </a:prstGeom>
          <a:ln w="317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9575" y="2895600"/>
            <a:ext cx="590550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progressCompletionQueue() -- holds NIXL's rail mutex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62325" y="3505200"/>
            <a:ext cx="0" cy="171450"/>
          </a:xfrm>
          <a:prstGeom prst="line">
            <a:avLst/>
          </a:prstGeom>
          <a:ln w="3175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09575" y="3676650"/>
            <a:ext cx="5905500" cy="6096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libfabric shm provider progress chain (8 frames, not resolved by name in this build)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62325" y="4286250"/>
            <a:ext cx="0" cy="171450"/>
          </a:xfrm>
          <a:prstGeom prst="line">
            <a:avLst/>
          </a:prstGeom>
          <a:ln w="31750">
            <a:solidFill>
              <a:srgbClr val="464A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9575" y="4457700"/>
            <a:ext cx="5905500" cy="6096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cuMemcpy()/cudaMemcpy() or cudaIpcCloseMemHandle(): IPC progress calls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62325" y="5067300"/>
            <a:ext cx="0" cy="17145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9575" y="5238750"/>
            <a:ext cx="5905500" cy="609600"/>
          </a:xfrm>
          <a:prstGeom prst="roundRect">
            <a:avLst>
              <a:gd name="adj" fmla="val 10000"/>
            </a:avLst>
          </a:prstGeom>
          <a:solidFill>
            <a:srgbClr val="501818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blocked: pthread_rwlock_wrlock (CUDA driver's own lock)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4175" y="1333500"/>
            <a:ext cx="5048250" cy="952500"/>
          </a:xfrm>
          <a:prstGeom prst="roundRect">
            <a:avLst>
              <a:gd name="adj" fmla="val 10000"/>
            </a:avLst>
          </a:prstGeom>
          <a:solidFill>
            <a:srgbClr val="501818"/>
          </a:solidFill>
          <a:ln w="15875">
            <a:solidFill>
              <a:srgbClr val="DC2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IPC-path catches: 6 of 32 TP0 samples (18.75%)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copy call: 3 / handle-close call: 3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deployments: 2, ramps: 4 total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4175" y="2438400"/>
            <a:ext cx="5048250" cy="952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load run's own ITL metric (not this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block's own duration): worst_itl_ms_p50 3,756.5 ms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slo_attainment_fraction 0.0, rate = 1 req/s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34175" y="3543300"/>
            <a:ext cx="504825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not the SAR path: 0 cuMemGetAddressRange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failures, 0 SAR-fallback lines in this same log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575" y="6000750"/>
            <a:ext cx="11372850" cy="57150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Observed: the decode engine's NIXL progress thread blocking inside this IPC progress path under load -- share of total stall time not established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575" y="662940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Source: gdb -p &lt;decode pid&gt; -batch -ex 'thread apply all bt', unfiltered captures, NIXL14-SWEEP.md item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Page 64's speedup is confounded by a cache hit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2865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 4-5 token shared prefix can hit the cache at page 1; it structurally cannot at page 64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SGLang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0418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9968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NIXL / UCX / libfabric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9511" y="914400"/>
            <a:ext cx="152400" cy="15240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9061" y="885825"/>
            <a:ext cx="2190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EFA hardware / caveat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1428750"/>
            <a:ext cx="561975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attention_backend_handler.py:172-176 (simplified)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if is_extend and sum(extend_prefix_lens_cpu) == 0: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    return MHA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else: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    return MLA  (slower, on this GPU)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2628900"/>
            <a:ext cx="56197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This traffic's prompts share a 4-5 token chat-template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prefix (confirmed by decoding) -&gt; can register as cached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at page 1; needs a full 64-token match at page 64 (never happens here)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7925" y="1428750"/>
            <a:ext cx="552450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prefill_forward (rate 1): unified 453-481 -&gt; 253-258 ms cache off / 267-282 ms page 64;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disaggregated 820.8 -&gt; 338.1 ms cache off / 348.4 ms page 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7925" y="2381250"/>
            <a:ext cx="552450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disaggregated transfer stage (rate 1, page 1): 265.6 ms with the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cache hit vs 71.7 ms without vs 70.0 ms at page 64 -- follows cached_tokens too (mechanism inside the stage not identified)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575" y="3714750"/>
            <a:ext cx="11372850" cy="57150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Disabling the prefix cache at page 1 closely matches page 64's numbers on both stacks, at every rate tested (0.25-2 req/s, 1 seed) -- part of the page-1-vs-64 gaps measured elsewhere in this article may carry this confound, not page size alone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4343400"/>
            <a:ext cx="113728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Source: attention_backend_handler.py:172-176 (sglang@5a15cde8); one seed, both stacks, rates 0.25/0.5/1/2 req/s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