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the KV cache keeps per token, per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DeepSeek-V2-Lite sizes; top row: a non-MLA layer with the same head sizes, for comparison;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6192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Ordinary multi-head</a:t>
            </a:r>
          </a:p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(K and V</a:t>
            </a:r>
          </a:p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every head)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43250" y="1666875"/>
            <a:ext cx="5029200" cy="5334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K: 16 heads × (128 + 64) = 3,072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2450" y="1666875"/>
            <a:ext cx="3352800" cy="53340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V: 16 × 128 = 2,048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250" y="2247900"/>
            <a:ext cx="8382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5,120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31432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MLA (DeepSeek-V2)</a:t>
            </a:r>
          </a:p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keeps one compressed</a:t>
            </a:r>
          </a:p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3250" y="3190875"/>
            <a:ext cx="838200" cy="5334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latent 512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1450" y="3190875"/>
            <a:ext cx="104775" cy="5334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1475" y="3190875"/>
            <a:ext cx="571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rope key 64  =  576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4476750"/>
            <a:ext cx="11334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Both SGLang procedures below compute this same MLA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procedures for the same MLA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SGLang names them MHA and MLA (absorbed); mathematically the same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57500"/>
            <a:ext cx="2000250" cy="857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Cached latent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512 + 64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2573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MHA: decompress, then ordinary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14500"/>
            <a:ext cx="2190750" cy="666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Up-project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every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714500"/>
            <a:ext cx="2190750" cy="66675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K, V per head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heads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63000" y="1714500"/>
            <a:ext cx="2476500" cy="66675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Multi-head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71750" y="2047875"/>
            <a:ext cx="857250" cy="1000125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19750" y="2047875"/>
            <a:ext cx="4762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86750" y="2047875"/>
            <a:ext cx="4762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0" y="411480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08C28"/>
                </a:solidFill>
                <a:latin typeface="Amazon Ember"/>
                <a:ea typeface="メイリオ"/>
                <a:cs typeface="メイリオ"/>
              </a:rPr>
              <a:t>MLA (absorbed): compute on the latent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572000"/>
            <a:ext cx="2190750" cy="666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Fold W_UK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into the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4572000"/>
            <a:ext cx="2190750" cy="66675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Attend over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latent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63000" y="4572000"/>
            <a:ext cx="2476500" cy="66675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Fold W_UV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into the output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71750" y="3524250"/>
            <a:ext cx="857250" cy="1381125"/>
          </a:xfrm>
          <a:prstGeom prst="line">
            <a:avLst/>
          </a:prstGeom>
          <a:ln w="25400">
            <a:solidFill>
              <a:srgbClr val="F08C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19750" y="4905375"/>
            <a:ext cx="476250" cy="0"/>
          </a:xfrm>
          <a:prstGeom prst="line">
            <a:avLst/>
          </a:prstGeom>
          <a:ln w="25400">
            <a:solidFill>
              <a:srgbClr val="F08C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86750" y="4905375"/>
            <a:ext cx="476250" cy="0"/>
          </a:xfrm>
          <a:prstGeom prst="line">
            <a:avLst/>
          </a:prstGeom>
          <a:ln w="25400">
            <a:solidFill>
              <a:srgbClr val="F08C2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247650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cost grows with every cached token decompressed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33400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nothing decompressed; heavier per query 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and decode have opposite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Which procedure is cheaper depends on new tokens versus cached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Prefill, no cached prefix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809750"/>
            <a:ext cx="5334000" cy="5715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8,192 new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765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cached: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048000"/>
            <a:ext cx="5334000" cy="66675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MHA measured faster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13335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0" y="1809750"/>
            <a:ext cx="247650" cy="57150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9900" y="18097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new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7000" y="2476500"/>
            <a:ext cx="5334000" cy="381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long cached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3048000"/>
            <a:ext cx="5334000" cy="66675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always uses absorbed MLA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191000"/>
            <a:ext cx="112395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8,192-token prefill, prefix 0, triton: MHA ~365 ms, forced absorbed MLA ~671 ms (median)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SGLang's rule for the triton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Ordinary case (no piecewise CUDA graph, no deterministic inference); decided once per batch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67000"/>
            <a:ext cx="1905000" cy="762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43250" y="26670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Extend, non-</a:t>
            </a:r>
          </a:p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speculative?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1750" y="1524000"/>
            <a:ext cx="2857500" cy="762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9050">
            <a:solidFill>
              <a:srgbClr val="5A5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Sum of cached</a:t>
            </a:r>
          </a:p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prefix == 0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6000" y="1524000"/>
            <a:ext cx="1905000" cy="7620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6000" y="3810000"/>
            <a:ext cx="1905000" cy="85725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absorbed</a:t>
            </a:r>
          </a:p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MLA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76500" y="3048000"/>
            <a:ext cx="666750" cy="0"/>
          </a:xfrm>
          <a:prstGeom prst="line">
            <a:avLst/>
          </a:prstGeom>
          <a:ln w="25400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619750" y="1905000"/>
            <a:ext cx="762000" cy="952500"/>
          </a:xfrm>
          <a:prstGeom prst="line">
            <a:avLst/>
          </a:prstGeom>
          <a:ln w="25400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34000" y="20478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9250" y="1905000"/>
            <a:ext cx="666750" cy="0"/>
          </a:xfrm>
          <a:prstGeom prst="line">
            <a:avLst/>
          </a:prstGeom>
          <a:ln w="25400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86875" y="15240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0500" y="2286000"/>
            <a:ext cx="2286000" cy="1524000"/>
          </a:xfrm>
          <a:prstGeom prst="line">
            <a:avLst/>
          </a:prstGeom>
          <a:ln w="25400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0" y="266700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no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19750" y="3238500"/>
            <a:ext cx="4286250" cy="1000125"/>
          </a:xfrm>
          <a:prstGeom prst="line">
            <a:avLst/>
          </a:prstGeom>
          <a:ln w="25400">
            <a:solidFill>
              <a:srgbClr val="A0A0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05500" y="40005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no (decode, speculative)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334000"/>
            <a:ext cx="1123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cached token in any request: whole batch to absorbed MLA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Page size is the unit of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A 5-token shared prefix, 8,192-token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page size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809750"/>
            <a:ext cx="323850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1809750"/>
            <a:ext cx="323850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95400" y="1809750"/>
            <a:ext cx="323850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57350" y="1809750"/>
            <a:ext cx="323850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9300" y="1809750"/>
            <a:ext cx="323850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81250" y="1809750"/>
            <a:ext cx="9144000" cy="47625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8,187 new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381250"/>
            <a:ext cx="1123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F08C28"/>
                </a:solidFill>
                <a:latin typeface="Amazon Ember"/>
                <a:ea typeface="メイリオ"/>
                <a:cs typeface="メイリオ"/>
              </a:rPr>
              <a:t>5 tokens reused  →  summed prefix 5  →  absorbed MLA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8194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page size 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619500"/>
            <a:ext cx="10953750" cy="47625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8,192 new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43300"/>
            <a:ext cx="1524000" cy="6286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08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09800" y="32194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08C28"/>
                </a:solidFill>
                <a:latin typeface="Amazon Ember"/>
                <a:ea typeface="メイリオ"/>
                <a:cs typeface="メイリオ"/>
              </a:rPr>
              <a:t>first page: only 5 of its 64 tokens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191000"/>
            <a:ext cx="1123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5 of 64 match: the page is not reused  →  summed prefix 0  →  MHA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953000"/>
            <a:ext cx="1123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Cost: anything shorter than a page is never reused.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one-token /health request can split a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Budget 8,192 tokens per prefill batch, page size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batch 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62125"/>
            <a:ext cx="381000" cy="571500"/>
          </a:xfrm>
          <a:prstGeom prst="roundRect">
            <a:avLst>
              <a:gd name="adj" fmla="val 8000"/>
            </a:avLst>
          </a:prstGeom>
          <a:solidFill>
            <a:srgbClr val="501414"/>
          </a:solidFill>
          <a:ln w="19050">
            <a:solidFill>
              <a:srgbClr val="E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500" y="1762125"/>
            <a:ext cx="9906000" cy="5715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prompt A: first 8,128 tokens (rounded down to a page)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81250"/>
            <a:ext cx="1123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health uses 1 token  →  8,191 left  →  8,128  →  64 tokens wait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0480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later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76625"/>
            <a:ext cx="1428750" cy="57150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A: last 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0250" y="3476625"/>
            <a:ext cx="8858250" cy="5715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prompt B: first 8,128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095750"/>
            <a:ext cx="1123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08C28"/>
                </a:solidFill>
                <a:latin typeface="Amazon Ember"/>
                <a:ea typeface="メイリオ"/>
                <a:cs typeface="メイリオ"/>
              </a:rPr>
              <a:t>A's 64 tokens have 8,128 cached tokens  →  summed prefix &gt; 0  →  absorbed MLA for the whole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0"/>
            <a:ext cx="1123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is cut to 8,128 the same way: the chain continues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Launched query blocks in the batch with A's 64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triton extend attention, grid = (batch, heads, ceil(longest extend / 32)), measured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2875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A: 64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43250" y="1428750"/>
            <a:ext cx="571500" cy="381000"/>
          </a:xfrm>
          <a:prstGeom prst="roundRect">
            <a:avLst>
              <a:gd name="adj" fmla="val 8000"/>
            </a:avLst>
          </a:prstGeom>
          <a:solidFill>
            <a:srgbClr val="542E0C"/>
          </a:solidFill>
          <a:ln w="19050">
            <a:solidFill>
              <a:srgbClr val="F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4750" y="1428750"/>
            <a:ext cx="8001000" cy="381000"/>
          </a:xfrm>
          <a:prstGeom prst="roundRect">
            <a:avLst>
              <a:gd name="adj" fmla="val 8000"/>
            </a:avLst>
          </a:prstGeom>
          <a:solidFill>
            <a:srgbClr val="501414"/>
          </a:solidFill>
          <a:ln w="19050">
            <a:solidFill>
              <a:srgbClr val="E646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252 masked blocks, each still loops over 8,128 cached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0025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B: 8,128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2000250"/>
            <a:ext cx="8572500" cy="381000"/>
          </a:xfrm>
          <a:prstGeom prst="roundRect">
            <a:avLst>
              <a:gd name="adj" fmla="val 8000"/>
            </a:avLst>
          </a:prstGeom>
          <a:solidFill>
            <a:srgbClr val="103054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254 blocks with real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57500"/>
            <a:ext cx="11239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One-line early return for blocks past their own sequence: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429000"/>
            <a:ext cx="10477500" cy="476250"/>
          </a:xfrm>
          <a:prstGeom prst="roundRect">
            <a:avLst>
              <a:gd name="adj" fmla="val 8000"/>
            </a:avLst>
          </a:prstGeom>
          <a:solidFill>
            <a:srgbClr val="501414"/>
          </a:solidFill>
          <a:ln w="19050">
            <a:solidFill>
              <a:srgbClr val="E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measured version: ~1,533 ms per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095750"/>
            <a:ext cx="4811585" cy="4762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early return: ~704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857750"/>
            <a:ext cx="11239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Bars to scale. Fixed upstream in sgl-project/sglang#32109 (merged 2026-07-23).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