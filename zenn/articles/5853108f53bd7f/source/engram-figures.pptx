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Where the lookup address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Grey: input.  Green: GPU compute.  Pink: the address.  Yellow: memory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MoE (conditional computation)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52550"/>
            <a:ext cx="5562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expert ids from the hidden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76400"/>
            <a:ext cx="5562600" cy="4000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9825" y="1066800"/>
            <a:ext cx="5562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Engram (conditional memory)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9825" y="1352550"/>
            <a:ext cx="5562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row ids from the token 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9825" y="1676400"/>
            <a:ext cx="5562600" cy="4000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0575" y="186690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ids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90875" y="234315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575" y="257175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layers before layer 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90875" y="304800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0575" y="327660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hidden state h  -&gt;  router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90875" y="375285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575" y="398145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 ids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90875" y="445770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0575" y="468630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experts (FFN)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5257800"/>
            <a:ext cx="4800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address known only when layer l runs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00825" y="186690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 ids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1125" y="234315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600825" y="257175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hash of 2-, 3-, 4-grams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01125" y="304800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600825" y="327660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501E2E"/>
          </a:solidFill>
          <a:ln w="15875">
            <a:solidFill>
              <a:srgbClr val="FF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 ids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01125" y="375285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00825" y="398145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embedding table rows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001125" y="4457700"/>
            <a:ext cx="0" cy="2286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600825" y="4686300"/>
            <a:ext cx="4800600" cy="476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gate with h, add to residual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0825" y="5257800"/>
            <a:ext cx="4800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address known before the forward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Gathering rows from a table split across GPUs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reader GPU.  Blue: owner GPU works.  Grey: owner GPU idle.  Pink: row ids.  Yellow: 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3562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all_reduce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352550"/>
            <a:ext cx="3562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V4.1 reference inference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9575" y="1676400"/>
            <a:ext cx="356235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4825" y="1066800"/>
            <a:ext cx="3562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All-to-All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4825" y="1352550"/>
            <a:ext cx="3562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paper,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4825" y="1676400"/>
            <a:ext cx="356235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0075" y="1066800"/>
            <a:ext cx="35623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GIN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0075" y="1352550"/>
            <a:ext cx="356235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DeepEP Engram (experimental)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075" y="1676400"/>
            <a:ext cx="3562350" cy="38100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5325" y="1905000"/>
            <a:ext cx="29908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0: looks up all ids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rows it does not own =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5325" y="4191000"/>
            <a:ext cx="2990850" cy="914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1: looks up all ids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rows it does not own = 0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143000" y="2819400"/>
            <a:ext cx="0" cy="1371600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09750" y="2819400"/>
            <a:ext cx="0" cy="1371600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00250" y="3267075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partial results</a:t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summed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00575" y="1905000"/>
            <a:ext cx="29908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0: sends row 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0575" y="4191000"/>
            <a:ext cx="2990850" cy="9144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1: reads its rows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sends them back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34000" y="2819400"/>
            <a:ext cx="0" cy="1371600"/>
          </a:xfrm>
          <a:prstGeom prst="line">
            <a:avLst/>
          </a:prstGeom>
          <a:ln w="38100">
            <a:solidFill>
              <a:srgbClr val="FF78A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10075" y="3267075"/>
            <a:ext cx="809625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</a:pPr>
            <a:r>
              <a:rPr sz="1400" b="0">
                <a:solidFill>
                  <a:srgbClr val="FF78A0"/>
                </a:solidFill>
                <a:latin typeface="Amazon Ember"/>
                <a:ea typeface="メイリオ"/>
                <a:cs typeface="メイリオ"/>
              </a:rPr>
              <a:t>row ids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858000" y="2819400"/>
            <a:ext cx="0" cy="1371600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00875" y="3238500"/>
            <a:ext cx="1333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5825" y="1905000"/>
            <a:ext cx="2990850" cy="9144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0: get(row offset)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flush_async, wait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5825" y="4191000"/>
            <a:ext cx="2990850" cy="91440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rank 1: GPU not involved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NIC reads its storage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0763250" y="2819400"/>
            <a:ext cx="0" cy="1371600"/>
          </a:xfrm>
          <a:prstGeom prst="line">
            <a:avLst/>
          </a:prstGeom>
          <a:ln w="381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906125" y="3238500"/>
            <a:ext cx="952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rows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