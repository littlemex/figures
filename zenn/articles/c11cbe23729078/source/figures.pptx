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task file, any infrastructure you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 write it.  Blue: SkyPilot.  Grey: your clusters and cloud accounts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3143250" cy="2000250"/>
          </a:xfrm>
          <a:prstGeom prst="roundRect">
            <a:avLst>
              <a:gd name="adj" fmla="val 6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333500"/>
            <a:ext cx="27622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task.yaml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75" y="1714500"/>
            <a:ext cx="27622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resources: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  accelerators: H100:8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setup: pip install ...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run: python train.py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52825" y="2238375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52825" y="186690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sky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24325" y="1238250"/>
            <a:ext cx="3619500" cy="200025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4825" y="1333500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SkyPilot API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075" y="1752600"/>
            <a:ext cx="30480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choose infra and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0075" y="2105025"/>
            <a:ext cx="30480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provision, setup,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0075" y="2457450"/>
            <a:ext cx="30480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failover if provisioning fails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075" y="2809875"/>
            <a:ext cx="30480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jobs, logs,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5325" y="1238250"/>
            <a:ext cx="3467100" cy="59055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5825" y="1276350"/>
            <a:ext cx="1619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Kubernetes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4575" y="1276350"/>
            <a:ext cx="1714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pods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743825" y="1533525"/>
            <a:ext cx="571500" cy="704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15325" y="1943100"/>
            <a:ext cx="3467100" cy="59055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5825" y="1981200"/>
            <a:ext cx="1619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4575" y="1981200"/>
            <a:ext cx="1714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sbatch / srun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3825" y="2238375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15325" y="2647950"/>
            <a:ext cx="3467100" cy="59055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5825" y="2686050"/>
            <a:ext cx="1619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Cloud VMs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4575" y="2686050"/>
            <a:ext cx="1714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 your AWS, GCP, ...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43825" y="2238375"/>
            <a:ext cx="571500" cy="704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09575" y="3619500"/>
            <a:ext cx="11372850" cy="62865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075" y="3619500"/>
            <a:ext cx="109918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sky launch   (interactive cluster)      sky jobs launch   (managed job)      sky serve   (endpoint)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Adding an eval job per checkpoint while training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tasks in the group YAML.  Yellow: eval jobs.  Numbers: order of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v0.13.0: separate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v0.14.0: dynamic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485900"/>
            <a:ext cx="5448300" cy="18669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1975" y="15240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job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75" y="1828800"/>
            <a:ext cx="23812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1828800"/>
            <a:ext cx="23812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eval-watcher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75" y="2590800"/>
            <a:ext cx="504825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/checkpoints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90700" y="2362200"/>
            <a:ext cx="0" cy="2286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457700" y="2362200"/>
            <a:ext cx="0" cy="2286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0075" y="3619500"/>
            <a:ext cx="23812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eval job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7075" y="3619500"/>
            <a:ext cx="23812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eval job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424815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separate top-level jobs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5334000"/>
            <a:ext cx="5448300" cy="4191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cancel the group -&gt; eval jobs keep 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4125" y="1485900"/>
            <a:ext cx="5448300" cy="29146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525" y="15240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job group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4625" y="1866900"/>
            <a:ext cx="2381250" cy="4953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24625" y="2819400"/>
            <a:ext cx="2381250" cy="4953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/checkpoints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24625" y="3771900"/>
            <a:ext cx="2381250" cy="4953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eval-watcher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1625" y="1866900"/>
            <a:ext cx="2400300" cy="495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eval-step-1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1625" y="2819400"/>
            <a:ext cx="2400300" cy="495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eval-step-2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1625" y="3771900"/>
            <a:ext cx="2400300" cy="495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15250" y="2362200"/>
            <a:ext cx="0" cy="457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0500" y="245745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write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15250" y="3314700"/>
            <a:ext cx="0" cy="457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0500" y="340995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find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4125" y="4800600"/>
            <a:ext cx="544830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SkyPilot API server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15250" y="4267200"/>
            <a:ext cx="0" cy="53340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10500" y="4476750"/>
            <a:ext cx="16192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3 sky jobs launch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0391775" y="4267200"/>
            <a:ext cx="0" cy="53340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87025" y="4476750"/>
            <a:ext cx="12382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4 join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625" y="152400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5 own resources, own 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4125" y="5334000"/>
            <a:ext cx="5448300" cy="4191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  cancel the group -&gt; eval jobs stop too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submit_as_user, each Slurm job runs as its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SkyPilot.  Grey: Slurm cluster.  Green: per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submit_as_user: false (default)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47800"/>
            <a:ext cx="5448300" cy="3429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submit_as_user: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4125" y="1447800"/>
            <a:ext cx="5448300" cy="3429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5325" y="16383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alice@example.com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6125" y="16383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bob@example.com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2400300"/>
            <a:ext cx="48768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SkyPilot API server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38325" y="21145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29125" y="21145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5325" y="3162300"/>
            <a:ext cx="48768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SSH user in ~/.slurm/config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3725" y="28765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19875" y="16383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alice@example.com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0675" y="16383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bob@example.com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9875" y="2400300"/>
            <a:ext cx="48768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SkyPilot API server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62875" y="21145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53675" y="21145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19875" y="3162300"/>
            <a:ext cx="48768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SSH user in ~/.slurm/config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8275" y="28765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5325" y="3924300"/>
            <a:ext cx="48768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jobs run as the SSH user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33725" y="36385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5325" y="4495800"/>
            <a:ext cx="4876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Unix user for accounting and file owner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9875" y="39243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sudo -u alice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/bin/bash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0675" y="39243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sudo -u bob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/bin/bash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62875" y="3638550"/>
            <a:ext cx="0" cy="28575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53675" y="3638550"/>
            <a:ext cx="0" cy="28575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19875" y="4495800"/>
            <a:ext cx="4876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accounting, fairshare, file owner per user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9575" y="5029200"/>
            <a:ext cx="11372850" cy="4953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slurm.quota  -&gt;  sbatch --qos / --account (Slurm account), per workspace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SkyPilot writes into the pod for Trainium2:16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your request.  Blue: written by SkyPilot.  Grey: prepared on the cluster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Trainium2:16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image_id: Neuron image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67075" y="2000250"/>
            <a:ext cx="5429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0" y="1143000"/>
            <a:ext cx="447675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500" y="1219200"/>
            <a:ext cx="409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pod spec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500" y="1676400"/>
            <a:ext cx="4095750" cy="8763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52900" y="17526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1  how many chips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2900" y="20955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use 16 Trainium chips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0500" y="2724150"/>
            <a:ext cx="4095750" cy="8763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2900" y="28003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2  where to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2900" y="314325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only on Trainium nodes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500" y="3771900"/>
            <a:ext cx="4095750" cy="8763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2900" y="3848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3  permission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2900" y="41910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allowed onto Neuron-only nodes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86750" y="3048000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67700" y="3124200"/>
            <a:ext cx="609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placed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8250" y="1143000"/>
            <a:ext cx="2924175" cy="3810000"/>
          </a:xfrm>
          <a:prstGeom prst="roundRect">
            <a:avLst>
              <a:gd name="adj" fmla="val 4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8750" y="1219200"/>
            <a:ext cx="2571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8750" y="1676400"/>
            <a:ext cx="2543175" cy="8763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AMI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8750" y="2724150"/>
            <a:ext cx="2543175" cy="8763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device plugin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(chips as a resource)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8750" y="3771900"/>
            <a:ext cx="2543175" cy="8763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Neuron-only mark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v0.14.0 keeps multi-node jobs on EFA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SkyPilot.  Grey: nodes.  Yellow: falls back to TCP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v0.13.0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v0.14.0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4859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accelerator node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4859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accelerator node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35814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multi-node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35814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multi-node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7716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SkyPilot reads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running nodes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81325" y="205740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86125" y="17716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without EFA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TCP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240030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node to read the EFA count 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4125" y="17716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SkyPilot reads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instance catalog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05875" y="205740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10675" y="17716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requests EFA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240030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autoscaler adds a node with EFA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3867150"/>
            <a:ext cx="2686050" cy="14287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875" y="39052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AZ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575" y="4229100"/>
            <a:ext cx="19050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71825" y="3867150"/>
            <a:ext cx="2686050" cy="14287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6125" y="39052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AZ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2825" y="4229100"/>
            <a:ext cx="19050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" y="5391150"/>
            <a:ext cx="5448300" cy="3810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cannot connect -&gt; TCP or fails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4125" y="3867150"/>
            <a:ext cx="5448300" cy="14287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8425" y="39052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AZ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15125" y="4229100"/>
            <a:ext cx="19050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96425" y="4229100"/>
            <a:ext cx="19050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1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620125" y="4467225"/>
            <a:ext cx="87630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20125" y="4762500"/>
            <a:ext cx="876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same AZ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4125" y="5391150"/>
            <a:ext cx="5448300" cy="38100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pods follow pod 0 into one 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