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task file, any infrastructure you 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SkyPilot.  Grey: your clusters and cloud accounts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3143250" cy="2000250"/>
          </a:xfrm>
          <a:prstGeom prst="roundRect">
            <a:avLst>
              <a:gd name="adj" fmla="val 6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333500"/>
            <a:ext cx="27622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task.yaml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75" y="1714500"/>
            <a:ext cx="27622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resources: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  accelerators: H100:8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setup: pip install ...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run: python train.py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52825" y="2238375"/>
            <a:ext cx="5715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552825" y="186690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sky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325" y="1238250"/>
            <a:ext cx="3619500" cy="2000250"/>
          </a:xfrm>
          <a:prstGeom prst="roundRect">
            <a:avLst>
              <a:gd name="adj" fmla="val 6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14825" y="13335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SkyPilot API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0075" y="1752600"/>
            <a:ext cx="3048000" cy="28575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choose infra and region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0075" y="2105025"/>
            <a:ext cx="3048000" cy="28575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provision, setup, 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0075" y="2457450"/>
            <a:ext cx="3048000" cy="28575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failover if provisioning fails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0075" y="2809875"/>
            <a:ext cx="3048000" cy="28575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jobs, logs,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5325" y="1238250"/>
            <a:ext cx="3467100" cy="590550"/>
          </a:xfrm>
          <a:prstGeom prst="roundRect">
            <a:avLst>
              <a:gd name="adj" fmla="val 12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5825" y="1276350"/>
            <a:ext cx="1619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Kubernetes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34575" y="1276350"/>
            <a:ext cx="1714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pods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743825" y="1533525"/>
            <a:ext cx="571500" cy="704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15325" y="1943100"/>
            <a:ext cx="3467100" cy="590550"/>
          </a:xfrm>
          <a:prstGeom prst="roundRect">
            <a:avLst>
              <a:gd name="adj" fmla="val 12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5825" y="1981200"/>
            <a:ext cx="1619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Slurm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4575" y="1981200"/>
            <a:ext cx="1714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sbatch / srun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43825" y="2238375"/>
            <a:ext cx="5715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315325" y="2647950"/>
            <a:ext cx="3467100" cy="590550"/>
          </a:xfrm>
          <a:prstGeom prst="roundRect">
            <a:avLst>
              <a:gd name="adj" fmla="val 12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5825" y="2686050"/>
            <a:ext cx="16192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Cloud VMs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4575" y="2686050"/>
            <a:ext cx="1714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your AWS, GCP, ...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43825" y="2238375"/>
            <a:ext cx="571500" cy="7048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3619500"/>
            <a:ext cx="11372850" cy="628650"/>
          </a:xfrm>
          <a:prstGeom prst="roundRect">
            <a:avLst>
              <a:gd name="adj" fmla="val 2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075" y="3619500"/>
            <a:ext cx="1099185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sky launch   (interactive cluster)      sky jobs launch   (managed job)      sky serve   (endpoint)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 task in a job group can add more jobs to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tasks you define ([P] = primary).  Yellow: dynamic tasks added at run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00050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5715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job group  train-and-eval  (ID 122)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0  trainer [P]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H100:8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/checkpoints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575" y="390525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eval-watcher [P]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waits for its evals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62200" y="23812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57450" y="2438400"/>
            <a:ext cx="1428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writes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62200" y="342900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57450" y="3486150"/>
            <a:ext cx="14287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watches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eval-step-1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SUCCEEDED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933825" y="2047875"/>
            <a:ext cx="2257425" cy="219075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91250" y="276225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  eval-step-2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RUNNING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933825" y="3095625"/>
            <a:ext cx="2257425" cy="11430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91250" y="38100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 eval-step-3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RUNNING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33825" y="4143375"/>
            <a:ext cx="2257425" cy="9525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86250" y="4476750"/>
            <a:ext cx="190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sky jobs launch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7375" y="1714500"/>
            <a:ext cx="76200" cy="2762250"/>
          </a:xfrm>
          <a:prstGeom prst="roundRect">
            <a:avLst>
              <a:gd name="adj" fmla="val 50000"/>
            </a:avLst>
          </a:prstGeom>
          <a:solidFill>
            <a:srgbClr val="96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7875" y="1714500"/>
            <a:ext cx="2047875" cy="2762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listed under the group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cancelled with the group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resources,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5295900"/>
            <a:ext cx="11372850" cy="419100"/>
          </a:xfrm>
          <a:prstGeom prst="roundRect">
            <a:avLst>
              <a:gd name="adj" fmla="val 30000"/>
            </a:avLst>
          </a:prstGeom>
          <a:noFill/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Needs: remote API server (consolidation mode) + API access from the task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submit_as_user, each Slurm job runs as its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SkyPilot.  Grey: Slurm cluster.  Green: per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submit_as_user: false (default)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478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submit_as_user: 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4125" y="14478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5325" y="1638300"/>
            <a:ext cx="22860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alice@example.com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6125" y="1638300"/>
            <a:ext cx="22860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bob@example.com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5325" y="2400300"/>
            <a:ext cx="4876800" cy="476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SkyPilot API server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38325" y="2114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29125" y="2114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5325" y="3162300"/>
            <a:ext cx="487680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SSH user in ~/.slurm/config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33725" y="2876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19875" y="1638300"/>
            <a:ext cx="22860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alice@example.com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0675" y="1638300"/>
            <a:ext cx="228600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bob@example.com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9875" y="2400300"/>
            <a:ext cx="4876800" cy="476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SkyPilot API server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62875" y="2114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53675" y="2114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19875" y="3162300"/>
            <a:ext cx="487680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SSH user in ~/.slurm/config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58275" y="2876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5325" y="39243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jobs run as the SSH user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33725" y="36385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5325" y="4495800"/>
            <a:ext cx="4876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Unix user for accounting and file owner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19875" y="3924300"/>
            <a:ext cx="22860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sudo -u alice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/bin/bash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10675" y="3924300"/>
            <a:ext cx="22860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sudo -u bob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/bin/bash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62875" y="3638550"/>
            <a:ext cx="0" cy="28575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353675" y="3638550"/>
            <a:ext cx="0" cy="28575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619875" y="4495800"/>
            <a:ext cx="4876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accounting, fairshare, file owner per user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575" y="50292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slurm.quota  -&gt;  sbatch --qos / --account (Slurm account), per workspace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SkyPilot adds to the pod for Trainium2:16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your request.  Blue: added by SkyPilot.  Yellow: conditional.  Grey: on the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2857500" cy="1143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--gpus Trainium2:16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--infra k8s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image_id: Neuron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24384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16 devices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7075" y="1809750"/>
            <a:ext cx="542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810000" y="1143000"/>
            <a:ext cx="4476750" cy="4191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00500" y="1219200"/>
            <a:ext cx="4095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pod spec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500" y="1638300"/>
            <a:ext cx="4095750" cy="8001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2900" y="167640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1  resource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2900" y="1924050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aws.amazon.com/neuron: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500" y="2552700"/>
            <a:ext cx="4095750" cy="8001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52900" y="259080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2  nodeAffinity (Karpenter label)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2900" y="2838450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karpenter.k8s.aws/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instance-accelerator-name: trainium2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500" y="3467100"/>
            <a:ext cx="4095750" cy="800100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52900" y="350520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3  toleration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2900" y="3752850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aws.amazon.com/neuron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Exists, NoSchedule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500" y="4381500"/>
            <a:ext cx="4095750" cy="800100"/>
          </a:xfrm>
          <a:prstGeom prst="roundRect">
            <a:avLst>
              <a:gd name="adj" fmla="val 1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2900" y="441960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+  only with network_tier: best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4667250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vpc.amazonaws.com/efa: 16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(if the node has EFA)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6750" y="3238500"/>
            <a:ext cx="5715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67700" y="3314700"/>
            <a:ext cx="609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placed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8250" y="1143000"/>
            <a:ext cx="2924175" cy="4191000"/>
          </a:xfrm>
          <a:prstGeom prst="roundRect">
            <a:avLst>
              <a:gd name="adj" fmla="val 4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48750" y="1219200"/>
            <a:ext cx="257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trn2.48xlarge node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8750" y="1638300"/>
            <a:ext cx="2543175" cy="106680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label (by Karpenter)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karpenter.k8s.aws/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instance-accelerator-name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 trainium2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8750" y="2857500"/>
            <a:ext cx="2543175" cy="106680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taint (if set)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aws.amazon.com/neuron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NoSchedule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48750" y="4076700"/>
            <a:ext cx="2543175" cy="1066800"/>
          </a:xfrm>
          <a:prstGeom prst="roundRect">
            <a:avLst>
              <a:gd name="adj" fmla="val 8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allocatable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neuron: 16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neuroncore: 128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efa: 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476875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Without Karpenter: label the node skypilot.co/accelerator=trainium2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Two paths to Trainium in SkyPilot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SkyPilot does it.  Green: you choose it.  Grey: you set up beforehand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Cloud VM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71600"/>
            <a:ext cx="54483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available before v0.14.0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9545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Kubernetes (EKS)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4125" y="1371600"/>
            <a:ext cx="54483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new in v0.14.0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4125" y="169545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5325" y="19050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AWS account and quota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5325" y="26289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pick a trn instance and region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5325" y="33528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boot the Neuron 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325" y="40767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 setup and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19875" y="19050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EKS + Neuron device plugin + accelerator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9875" y="26289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neuron, select node, tolerate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9875" y="33528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image_id: a Neuron container image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9875" y="4076700"/>
            <a:ext cx="48768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 setup and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