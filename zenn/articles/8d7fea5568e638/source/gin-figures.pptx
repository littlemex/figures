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GIN: kernel, backend,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GPU code.  Blue: CPU on the path.  Yellow: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11372850" cy="1047750"/>
          </a:xfrm>
          <a:prstGeom prst="roundRect">
            <a:avLst>
              <a:gd name="adj" fmla="val 4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192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1504950"/>
            <a:ext cx="10953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GIN API (ncclGin): put / get / signal / flush / wait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0" y="21907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9575" y="2571750"/>
            <a:ext cx="11372850" cy="1905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75" y="26479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GIN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3048000"/>
            <a:ext cx="3429000" cy="1238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GDAKI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WQE + doorbell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IB / RoCE, ConnectX-6 Dx+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1975" y="3048000"/>
            <a:ext cx="3429000" cy="1238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Proxy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64-byte descriptor, CPU proxy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any RDMA 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8625" y="3048000"/>
            <a:ext cx="3448050" cy="1238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GDA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WQE + doorbell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EFA, NCCL 2.31.2+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44767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9575" y="4857750"/>
            <a:ext cx="11372850" cy="762000"/>
          </a:xfrm>
          <a:prstGeom prst="roundRect">
            <a:avLst>
              <a:gd name="adj" fmla="val 8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Network: InfiniBand / RoCE / 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Round-trip latency for 4-128 byte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arXiv:2511.15076: put with signal ping-pong, two H100 GPUs, NCCL 2.28.  Lower is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60020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GIN GDAKI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7075" y="1428750"/>
            <a:ext cx="5217414" cy="666750"/>
          </a:xfrm>
          <a:prstGeom prst="roundRect">
            <a:avLst>
              <a:gd name="adj" fmla="val 6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8789" y="16002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16.7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2600325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GIN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2428875"/>
            <a:ext cx="5623560" cy="6667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4935" y="2600325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18.0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3600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 IBRC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7075" y="3429000"/>
            <a:ext cx="4998720" cy="666750"/>
          </a:xfrm>
          <a:prstGeom prst="roundRect">
            <a:avLst>
              <a:gd name="adj" fmla="val 6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095" y="36004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16.0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4600575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 IBGDA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7075" y="4429125"/>
            <a:ext cx="7591806" cy="666750"/>
          </a:xfrm>
          <a:prstGeom prst="roundRect">
            <a:avLst>
              <a:gd name="adj" fmla="val 6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3181" y="4600575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24.3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5619750"/>
            <a:ext cx="11334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 / blue: NCCL GIN.  Grey: NVSHMEM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GIN on AWS EFA: two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GPU.  Blue: CPU on the path.  Yellow: EFA.  Grey: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Host-proxy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525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CPU proxy thread in aws-ofi-nccl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76400"/>
            <a:ext cx="55626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982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backend (EFA GDA)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9825" y="13525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builds the WQE, rings the doorbell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9825" y="1676400"/>
            <a:ext cx="55626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575" y="1866900"/>
            <a:ext cx="48006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kernel: put / 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90875" y="240030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575" y="2686050"/>
            <a:ext cx="48006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 proxy -&gt; libfabric (efa)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0875" y="32194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0575" y="3505200"/>
            <a:ext cx="48006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(SRD)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0825" y="1866900"/>
            <a:ext cx="48006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kernel: put / signal / flush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01125" y="2400300"/>
            <a:ext cx="0" cy="1104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96375" y="28194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auto-selected where supported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0825" y="3505200"/>
            <a:ext cx="48006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(SRD)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9825" y="4724400"/>
            <a:ext cx="5562600" cy="1047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NCCL 2.31.2+, GDRCopy 2.5+ (both modes)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kernel backend: Libfabric 2.6.0+,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supported EFA instance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" y="5334000"/>
            <a:ext cx="11334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Per aws-ofi-nccl v1.21.0 and NCCL 2.31.2 release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