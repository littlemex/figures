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347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context once, fork per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written once, shared.  Blue/Yellow: written per branch, private, must be copied.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27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shared, read-only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082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752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branch itself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7207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877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its private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619250"/>
            <a:ext cx="2190750" cy="3048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875" y="1733550"/>
            <a:ext cx="19621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Context KV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(key / value)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2381250"/>
            <a:ext cx="19621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written once by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context 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125" y="3143250"/>
            <a:ext cx="1771650" cy="1238250"/>
          </a:xfrm>
          <a:prstGeom prst="roundRect">
            <a:avLst>
              <a:gd name="adj" fmla="val 1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attention reads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this for every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branch alike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600325" y="2381250"/>
            <a:ext cx="1400175" cy="7620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00500" y="2000250"/>
            <a:ext cx="3143250" cy="904875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850" y="2076450"/>
            <a:ext cx="28765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Branch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850" y="2343150"/>
            <a:ext cx="28765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Question: thirty-day limit?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4750" y="2114550"/>
            <a:ext cx="1619250" cy="666750"/>
          </a:xfrm>
          <a:prstGeom prst="roundRect">
            <a:avLst>
              <a:gd name="adj" fmla="val 15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 recurrence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+ tokens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43750" y="2447925"/>
            <a:ext cx="38100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2447925"/>
            <a:ext cx="152400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668000" y="2114550"/>
            <a:ext cx="904875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answer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0325" y="3143250"/>
            <a:ext cx="1400175" cy="3810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00500" y="3143250"/>
            <a:ext cx="3143250" cy="904875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3850" y="3219450"/>
            <a:ext cx="28765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Branch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850" y="3486150"/>
            <a:ext cx="28765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Question: who pays shipping?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4750" y="3257550"/>
            <a:ext cx="1619250" cy="666750"/>
          </a:xfrm>
          <a:prstGeom prst="roundRect">
            <a:avLst>
              <a:gd name="adj" fmla="val 15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 recurrence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+ tokens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43750" y="3590925"/>
            <a:ext cx="38100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3590925"/>
            <a:ext cx="152400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668000" y="3257550"/>
            <a:ext cx="904875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answer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00325" y="3143250"/>
            <a:ext cx="1400175" cy="15240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000500" y="4286250"/>
            <a:ext cx="3143250" cy="904875"/>
          </a:xfrm>
          <a:prstGeom prst="roundRect">
            <a:avLst>
              <a:gd name="adj" fmla="val 12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33850" y="4362450"/>
            <a:ext cx="28765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Branch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850" y="4629150"/>
            <a:ext cx="28765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Question: item opened?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24750" y="4400550"/>
            <a:ext cx="1619250" cy="666750"/>
          </a:xfrm>
          <a:prstGeom prst="roundRect">
            <a:avLst>
              <a:gd name="adj" fmla="val 15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 recurrence</a:t>
            </a:r>
          </a:p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+ tokens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43750" y="4733925"/>
            <a:ext cx="38100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44000" y="4733925"/>
            <a:ext cx="1524000" cy="0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668000" y="4400550"/>
            <a:ext cx="904875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answer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9575" y="5334000"/>
            <a:ext cx="11372850" cy="62865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ForkLayer: one row written -&gt; landed in every row; a read returns only the rows the caller brought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347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Keep a document's KV on the shelf between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resident document.  Blue: an incoming request.  Yellow: the scheduler that routes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27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resident on the shelf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082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752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incoming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7207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877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scheduler / lane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1600200"/>
            <a:ext cx="2190750" cy="666750"/>
          </a:xfrm>
          <a:prstGeom prst="roundRect">
            <a:avLst>
              <a:gd name="adj" fmla="val 15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1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about doc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2552700"/>
            <a:ext cx="2190750" cy="666750"/>
          </a:xfrm>
          <a:prstGeom prst="roundRect">
            <a:avLst>
              <a:gd name="adj" fmla="val 15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2, new call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about doc 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0325" y="1933575"/>
            <a:ext cx="828675" cy="333375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00325" y="2552700"/>
            <a:ext cx="828675" cy="333375"/>
          </a:xfrm>
          <a:prstGeom prst="line">
            <a:avLst/>
          </a:prstGeom>
          <a:ln w="22225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9000" y="1885950"/>
            <a:ext cx="2190750" cy="1047750"/>
          </a:xfrm>
          <a:prstGeom prst="roundRect">
            <a:avLst>
              <a:gd name="adj" fmla="val 12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Batcher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hash(doc) -&gt; lane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1524000"/>
            <a:ext cx="5143500" cy="952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9375" y="16002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Lane 0: shelf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188595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idle, no document resident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500" y="2667000"/>
            <a:ext cx="5143500" cy="952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9375" y="27432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Lane 1: shelf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02895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doc X resident, KV on 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6500" y="3810000"/>
            <a:ext cx="5143500" cy="952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9375" y="38862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Lane 2: shelf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4171950"/>
            <a:ext cx="4762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idle, no document resident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619750" y="1524000"/>
            <a:ext cx="666750" cy="885825"/>
          </a:xfrm>
          <a:prstGeom prst="line">
            <a:avLst/>
          </a:prstGeom>
          <a:ln w="19050">
            <a:solidFill>
              <a:srgbClr val="FBD3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19750" y="2409825"/>
            <a:ext cx="666750" cy="733425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19750" y="2409825"/>
            <a:ext cx="666750" cy="1400175"/>
          </a:xfrm>
          <a:prstGeom prst="line">
            <a:avLst/>
          </a:prstGeom>
          <a:ln w="19050">
            <a:solidFill>
              <a:srgbClr val="FBD33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09575" y="5143500"/>
            <a:ext cx="11372850" cy="857250"/>
          </a:xfrm>
          <a:prstGeom prst="roundRect">
            <a:avLst>
              <a:gd name="adj" fmla="val 1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doc X always hashes to lane 1, so request 2 hits the resident shelf: no context read, answer measured bit-exact against a fresh ask().  /v1/decide now reaches the same shelf, not only /ask.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347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input, same bits, in every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477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a kernel this project sped up.  Yellow: a process-wide guardrail, not tied to one kernel.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27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sped up, speed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90825" y="1028700"/>
            <a:ext cx="209550" cy="209550"/>
          </a:xfrm>
          <a:prstGeom prst="roundRect">
            <a:avLst>
              <a:gd name="adj" fmla="val 30000"/>
            </a:avLst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7525" y="1009650"/>
            <a:ext cx="2190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guardrail, process-wide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575" y="16002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FP8 dense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matmul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76575" y="19812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8025" y="16002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MoE routed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5025" y="19812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6475" y="16002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rope + gate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53475" y="19812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24925" y="16002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one-pass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25527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these four run inside one guardrail, applied to the whole process: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2914650"/>
            <a:ext cx="3676650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Triton autotune: pinned to one config per GPU generation, not re-timed per cold 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675" y="2914650"/>
            <a:ext cx="3676650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aten::mm / addmm / matmul / linear: a fixed-tile kernel registered process-wide (batch invariance)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5775" y="2914650"/>
            <a:ext cx="3676650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FP8 matmul: run 8 times on a fixed input at startup, must return identical bits each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4191000"/>
            <a:ext cx="11372850" cy="666750"/>
          </a:xfrm>
          <a:prstGeom prst="roundRect">
            <a:avLst>
              <a:gd name="adj" fmla="val 1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Companion-count x question-count audit, 4,392 checks: 1,692 non-exact on the first run (RTX PRO 4500) -&gt; 0 non-exact, on both supported cards, once the guardrails above were in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