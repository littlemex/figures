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context once, fork per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written once, shared.  Blue/Yellow: written per branch, private, must be copied.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shared, read-only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branch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720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87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its private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1619250"/>
            <a:ext cx="2190750" cy="3048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" y="1733550"/>
            <a:ext cx="19621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KV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(key / 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875" y="2381250"/>
            <a:ext cx="19621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written once by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context 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" y="3143250"/>
            <a:ext cx="1771650" cy="12382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attention reads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for every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branch alike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600325" y="2381250"/>
            <a:ext cx="1400175" cy="762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00500" y="2000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33850" y="2076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850" y="2343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thirty-day limit?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24750" y="2114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43750" y="2447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44000" y="2447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668000" y="2114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0325" y="3143250"/>
            <a:ext cx="1400175" cy="381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00500" y="3143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850" y="3219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3850" y="3486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who pays shipping?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4750" y="3257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43750" y="3590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3590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668000" y="3257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00325" y="3143250"/>
            <a:ext cx="1400175" cy="1524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000500" y="4286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33850" y="4362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850" y="4629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item opened?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24750" y="4400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43750" y="4733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144000" y="4733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668000" y="4400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9575" y="5334000"/>
            <a:ext cx="11372850" cy="628650"/>
          </a:xfrm>
          <a:prstGeom prst="roundRect">
            <a:avLst>
              <a:gd name="adj" fmla="val 2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ForkLayer: one row written -&gt; landed in every row; a read returns only the rows the caller brought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Keep a document's KV on the shelf between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resident document.  Blue: an incoming request.  Yellow: the scheduler that routes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resident on the shelf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incoming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720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87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scheduler / lane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1600200"/>
            <a:ext cx="2190750" cy="666750"/>
          </a:xfrm>
          <a:prstGeom prst="roundRect">
            <a:avLst>
              <a:gd name="adj" fmla="val 15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1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doc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2552700"/>
            <a:ext cx="2190750" cy="666750"/>
          </a:xfrm>
          <a:prstGeom prst="roundRect">
            <a:avLst>
              <a:gd name="adj" fmla="val 15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2, new call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doc 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0325" y="1933575"/>
            <a:ext cx="828675" cy="333375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600325" y="2552700"/>
            <a:ext cx="828675" cy="333375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1885950"/>
            <a:ext cx="2190750" cy="1047750"/>
          </a:xfrm>
          <a:prstGeom prst="roundRect">
            <a:avLst>
              <a:gd name="adj" fmla="val 1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Batcher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hash(doc) -&gt; lane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1524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9375" y="1600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0: shelf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9375" y="1885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idle, no document resident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500" y="2667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375" y="2743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1: shelf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9375" y="3028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doc X resident, KV on device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3810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9375" y="3886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2: 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9375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idle, no document resident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5619750" y="1524000"/>
            <a:ext cx="666750" cy="885825"/>
          </a:xfrm>
          <a:prstGeom prst="line">
            <a:avLst/>
          </a:prstGeom>
          <a:ln w="19050">
            <a:solidFill>
              <a:srgbClr val="FBD3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19750" y="2409825"/>
            <a:ext cx="666750" cy="7334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619750" y="2409825"/>
            <a:ext cx="666750" cy="1400175"/>
          </a:xfrm>
          <a:prstGeom prst="line">
            <a:avLst/>
          </a:prstGeom>
          <a:ln w="19050">
            <a:solidFill>
              <a:srgbClr val="FBD3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143500"/>
            <a:ext cx="11372850" cy="8572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doc X always hashes to lane 1, so request 2 hits the resident shelf: no context read, answer measured bit-exact against a fresh ask().  /v1/decide now reaches the same shelf, not only /ask.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Same input, same bits, in every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a kernel this project sped up.  Yellow: a process-wide guardrail, not tied to one kernel.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sped up, speed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guardrail, process-wide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FP8 dense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matmul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4802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routed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502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647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rope + gate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fusion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5347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92492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one-pass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25527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these four run inside one guardrail, applied to the whole process: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Triton autotune: pinned to one config per GPU generation, not re-timed per cold start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76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aten::mm / addmm / matmul / linear: a fixed-tile kernel registered process-wide (batch invariance)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57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FP8 matmul: run 8 times on a fixed input at startup, must return identical bits each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91000"/>
            <a:ext cx="11372850" cy="6667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Companion-count x question-count audit, 4,392 checks: 1,692 non-exact on the first run (RTX PRO 4500) -&gt; 0 non-exact, on both supported cards, once the guardrails above were in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Scoring an option: unembedding[ids] against the final hidden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this project's own code path.  Pale: the full matrix, never read whole.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gathered /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full matrix, not read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180975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43075" y="1809750"/>
            <a:ext cx="85725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57325" y="2143125"/>
            <a:ext cx="28575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9575" y="3619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43075" y="3619500"/>
            <a:ext cx="85725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7325" y="3952875"/>
            <a:ext cx="28575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1428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declared options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4476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token_ids  [k]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0" y="1428750"/>
            <a:ext cx="142875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10000" y="11620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lm_head.weight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0" y="5467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[V, d]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0" y="57150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V=248,320  d=2,048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67150" y="2286000"/>
            <a:ext cx="1314450" cy="190500"/>
          </a:xfrm>
          <a:prstGeom prst="roundRect">
            <a:avLst>
              <a:gd name="adj" fmla="val 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600325" y="2143125"/>
            <a:ext cx="1266825" cy="238125"/>
          </a:xfrm>
          <a:prstGeom prst="line">
            <a:avLst/>
          </a:prstGeom>
          <a:ln w="19050">
            <a:solidFill>
              <a:srgbClr val="3BD16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67150" y="4476750"/>
            <a:ext cx="1314450" cy="190500"/>
          </a:xfrm>
          <a:prstGeom prst="roundRect">
            <a:avLst>
              <a:gd name="adj" fmla="val 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600325" y="3952875"/>
            <a:ext cx="1266825" cy="619125"/>
          </a:xfrm>
          <a:prstGeom prst="line">
            <a:avLst/>
          </a:prstGeom>
          <a:ln w="19050">
            <a:solidFill>
              <a:srgbClr val="3BD16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05500" y="2476500"/>
            <a:ext cx="161925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38750" y="2381250"/>
            <a:ext cx="666750" cy="33337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05500" y="3143250"/>
            <a:ext cx="161925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238750" y="3381375"/>
            <a:ext cx="666750" cy="119062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05500" y="188595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gathered  [k, d]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05500" y="4381500"/>
            <a:ext cx="161925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hidden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05500" y="49911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[d]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0" y="3143250"/>
            <a:ext cx="66675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·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24750" y="2714625"/>
            <a:ext cx="571500" cy="666750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524750" y="3571875"/>
            <a:ext cx="571500" cy="1095375"/>
          </a:xfrm>
          <a:prstGeom prst="line">
            <a:avLst/>
          </a:prstGeom>
          <a:ln w="190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239250" y="2857500"/>
            <a:ext cx="1238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logits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356235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[k]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763000" y="3190875"/>
            <a:ext cx="47625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858500" y="2857500"/>
            <a:ext cx="9239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softmax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(over k)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477500" y="3190875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239250" y="4191000"/>
            <a:ext cx="2543175" cy="666750"/>
          </a:xfrm>
          <a:prstGeom prst="roundRect">
            <a:avLst>
              <a:gd name="adj" fmla="val 1000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161A1E"/>
                </a:solidFill>
                <a:latin typeface="Amazon Ember"/>
                <a:ea typeface="メイリオ"/>
                <a:cs typeface="メイリオ"/>
              </a:rPr>
              <a:t>probabilities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9250" y="4895850"/>
            <a:ext cx="25431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[k]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506075" y="3524250"/>
            <a:ext cx="809625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