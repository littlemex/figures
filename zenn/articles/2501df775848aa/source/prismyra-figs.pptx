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context once, fork per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written once, shared.  Blue/Yellow: written per branch, private, must be copied.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shared, read-only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branch itself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720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87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its private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1619250"/>
            <a:ext cx="2190750" cy="3048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" y="1733550"/>
            <a:ext cx="19621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Context KV</a:t>
            </a:r>
          </a:p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(key / 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875" y="2381250"/>
            <a:ext cx="19621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written once by</a:t>
            </a:r>
          </a:p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 context read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" y="3143250"/>
            <a:ext cx="1771650" cy="1238250"/>
          </a:xfrm>
          <a:prstGeom prst="roundRect">
            <a:avLst>
              <a:gd name="adj" fmla="val 1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attention reads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this for every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branch alike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600325" y="2381250"/>
            <a:ext cx="1400175" cy="7620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00500" y="2000250"/>
            <a:ext cx="3143250" cy="904875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33850" y="2076450"/>
            <a:ext cx="28765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Branch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850" y="2343150"/>
            <a:ext cx="28765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Question: thirty-day limit?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24750" y="2114550"/>
            <a:ext cx="16192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recurrence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+ tokens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43750" y="2447925"/>
            <a:ext cx="381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144000" y="2447925"/>
            <a:ext cx="1524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668000" y="2114550"/>
            <a:ext cx="90487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answer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00325" y="3143250"/>
            <a:ext cx="1400175" cy="3810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00500" y="3143250"/>
            <a:ext cx="3143250" cy="904875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850" y="3219450"/>
            <a:ext cx="28765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Branch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3850" y="3486150"/>
            <a:ext cx="28765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Question: who pays shipping?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24750" y="3257550"/>
            <a:ext cx="16192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recurrence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+ tokens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43750" y="3590925"/>
            <a:ext cx="381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44000" y="3590925"/>
            <a:ext cx="1524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668000" y="3257550"/>
            <a:ext cx="90487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answer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600325" y="3143250"/>
            <a:ext cx="1400175" cy="1524000"/>
          </a:xfrm>
          <a:prstGeom prst="line">
            <a:avLst/>
          </a:prstGeom>
          <a:ln w="2540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000500" y="4286250"/>
            <a:ext cx="3143250" cy="904875"/>
          </a:xfrm>
          <a:prstGeom prst="roundRect">
            <a:avLst>
              <a:gd name="adj" fmla="val 12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33850" y="4362450"/>
            <a:ext cx="28765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Branch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850" y="4629150"/>
            <a:ext cx="28765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Question: item opened?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24750" y="4400550"/>
            <a:ext cx="1619250" cy="666750"/>
          </a:xfrm>
          <a:prstGeom prst="roundRect">
            <a:avLst>
              <a:gd name="adj" fmla="val 15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 recurrence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+ tokens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43750" y="4733925"/>
            <a:ext cx="381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144000" y="4733925"/>
            <a:ext cx="1524000" cy="0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668000" y="4400550"/>
            <a:ext cx="90487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answer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9575" y="5334000"/>
            <a:ext cx="11372850" cy="628650"/>
          </a:xfrm>
          <a:prstGeom prst="roundRect">
            <a:avLst>
              <a:gd name="adj" fmla="val 2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ForkLayer: one row written -&gt; landed in every row; a read returns only the rows the caller brought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Keep a document's KV on the shelf between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resident document.  Blue: an incoming request.  Yellow: the scheduler that routes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resident on the shelf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incoming request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720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387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scheduler / lane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1600200"/>
            <a:ext cx="2190750" cy="666750"/>
          </a:xfrm>
          <a:prstGeom prst="roundRect">
            <a:avLst>
              <a:gd name="adj" fmla="val 15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1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doc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2552700"/>
            <a:ext cx="2190750" cy="666750"/>
          </a:xfrm>
          <a:prstGeom prst="roundRect">
            <a:avLst>
              <a:gd name="adj" fmla="val 15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2, new call</a:t>
            </a:r>
          </a:p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about doc 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0325" y="1933575"/>
            <a:ext cx="828675" cy="333375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600325" y="2552700"/>
            <a:ext cx="828675" cy="333375"/>
          </a:xfrm>
          <a:prstGeom prst="line">
            <a:avLst/>
          </a:prstGeom>
          <a:ln w="22225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1885950"/>
            <a:ext cx="2190750" cy="1047750"/>
          </a:xfrm>
          <a:prstGeom prst="roundRect">
            <a:avLst>
              <a:gd name="adj" fmla="val 12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Batcher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hash(doc) -&gt; lane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1524000"/>
            <a:ext cx="5143500" cy="952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9375" y="1600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Lane 0: shelf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9375" y="1885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idle, no document resident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500" y="2667000"/>
            <a:ext cx="5143500" cy="9525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375" y="2743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Lane 1: shelf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9375" y="3028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doc X resident, KV on device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3810000"/>
            <a:ext cx="5143500" cy="9525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9375" y="3886200"/>
            <a:ext cx="2857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Lane 2: shelf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9375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idle, no document resident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5619750" y="1524000"/>
            <a:ext cx="666750" cy="885825"/>
          </a:xfrm>
          <a:prstGeom prst="line">
            <a:avLst/>
          </a:prstGeom>
          <a:ln w="19050">
            <a:solidFill>
              <a:srgbClr val="FBD33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19750" y="2409825"/>
            <a:ext cx="666750" cy="733425"/>
          </a:xfrm>
          <a:prstGeom prst="line">
            <a:avLst/>
          </a:prstGeom>
          <a:ln w="25400">
            <a:solidFill>
              <a:srgbClr val="FBD3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619750" y="2409825"/>
            <a:ext cx="666750" cy="1400175"/>
          </a:xfrm>
          <a:prstGeom prst="line">
            <a:avLst/>
          </a:prstGeom>
          <a:ln w="19050">
            <a:solidFill>
              <a:srgbClr val="FBD33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9575" y="5143500"/>
            <a:ext cx="11372850" cy="857250"/>
          </a:xfrm>
          <a:prstGeom prst="roundRect">
            <a:avLst>
              <a:gd name="adj" fmla="val 1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doc X always hashes to lane 1, so request 2 hits the resident shelf: no context read, answer measured bit-exact against a fresh ask().  /v1/decide now reaches the same shelf, not only /ask.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28600"/>
            <a:ext cx="11334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Same input, same bits, in every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477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a kernel this project sped up.  Yellow: a process-wide guardrail, not tied to one kernel.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27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sped up, speed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0825" y="10287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7525" y="10096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guardrail, process-wide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FP8 dense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matmul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76575" y="1981200"/>
            <a:ext cx="1714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4802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routed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5025" y="1981200"/>
            <a:ext cx="1714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8647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rope + gate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fusion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53475" y="1981200"/>
            <a:ext cx="17145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924925" y="1600200"/>
            <a:ext cx="2667000" cy="7620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one-pass</a:t>
            </a:r>
          </a:p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2552700"/>
            <a:ext cx="113728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these four run inside one guardrail, applied to the whole process: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2914650"/>
            <a:ext cx="36766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Triton autotune: pinned to one config per GPU generation, not re-timed per cold start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7675" y="2914650"/>
            <a:ext cx="36766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aten::mm / addmm / matmul / linear: a fixed-tile kernel registered process-wide (batch invariance)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5775" y="2914650"/>
            <a:ext cx="3676650" cy="104775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3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FP8 matmul: run 8 times on a fixed input at startup, must return identical bits each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91000"/>
            <a:ext cx="11372850" cy="666750"/>
          </a:xfrm>
          <a:prstGeom prst="roundRect">
            <a:avLst>
              <a:gd name="adj" fmla="val 15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Companion-count x question-count audit, 4,392 checks: 1,692 non-exact on the first run (RTX PRO 4500) -&gt; 0 non-exact, on both supported cards, once the guardrails above were in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unembedding[ids] · hidden  -&gt;  probabilities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09575" y="7239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275" y="7048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90825" y="7239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57525" y="7048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gathered / used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2075" y="7239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16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38775" y="7048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full matrix, 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53325" y="723900"/>
            <a:ext cx="209550" cy="209550"/>
          </a:xfrm>
          <a:prstGeom prst="roundRect">
            <a:avLst>
              <a:gd name="adj" fmla="val 30000"/>
            </a:avLst>
          </a:prstGeom>
          <a:solidFill>
            <a:srgbClr val="F5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20025" y="704850"/>
            <a:ext cx="2190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209550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43075" y="2095500"/>
            <a:ext cx="8572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57325" y="2428875"/>
            <a:ext cx="285750" cy="0"/>
          </a:xfrm>
          <a:prstGeom prst="line">
            <a:avLst/>
          </a:prstGeom>
          <a:ln w="190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09575" y="3905250"/>
            <a:ext cx="10477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43075" y="3905250"/>
            <a:ext cx="857250" cy="6667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57325" y="4238625"/>
            <a:ext cx="285750" cy="0"/>
          </a:xfrm>
          <a:prstGeom prst="line">
            <a:avLst/>
          </a:prstGeom>
          <a:ln w="1905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09575" y="1714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declared options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" y="4762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token_ids  [k]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10000" y="1714500"/>
            <a:ext cx="1428750" cy="4000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0000" y="14478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lm_head.weight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0" y="57531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[V, d]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0" y="600075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1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V=248,320  d=2,048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67150" y="2571750"/>
            <a:ext cx="1314450" cy="190500"/>
          </a:xfrm>
          <a:prstGeom prst="roundRect">
            <a:avLst>
              <a:gd name="adj" fmla="val 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600325" y="2428875"/>
            <a:ext cx="1266825" cy="238125"/>
          </a:xfrm>
          <a:prstGeom prst="line">
            <a:avLst/>
          </a:prstGeom>
          <a:ln w="19050">
            <a:solidFill>
              <a:srgbClr val="3BD16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867150" y="4762500"/>
            <a:ext cx="1314450" cy="190500"/>
          </a:xfrm>
          <a:prstGeom prst="roundRect">
            <a:avLst>
              <a:gd name="adj" fmla="val 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600325" y="4238625"/>
            <a:ext cx="1266825" cy="619125"/>
          </a:xfrm>
          <a:prstGeom prst="line">
            <a:avLst/>
          </a:prstGeom>
          <a:ln w="19050">
            <a:solidFill>
              <a:srgbClr val="3BD16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05500" y="2762250"/>
            <a:ext cx="161925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38750" y="2667000"/>
            <a:ext cx="666750" cy="333375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24750" y="3000375"/>
            <a:ext cx="571500" cy="619125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05500" y="3429000"/>
            <a:ext cx="1619250" cy="476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38750" y="3667125"/>
            <a:ext cx="666750" cy="1190625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524750" y="3667125"/>
            <a:ext cx="571500" cy="47625"/>
          </a:xfrm>
          <a:prstGeom prst="line">
            <a:avLst/>
          </a:prstGeom>
          <a:ln w="19050">
            <a:solidFill>
              <a:srgbClr val="3BD16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05500" y="21717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gathered  [k, d]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05500" y="4667250"/>
            <a:ext cx="1619250" cy="5715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final hidden 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5500" y="52768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[d]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6250" y="3429000"/>
            <a:ext cx="666750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24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@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7524750" y="3857625"/>
            <a:ext cx="571500" cy="1095375"/>
          </a:xfrm>
          <a:prstGeom prst="line">
            <a:avLst/>
          </a:prstGeom>
          <a:ln w="1905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39250" y="3143250"/>
            <a:ext cx="1238250" cy="6667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logits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9250" y="38481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[k]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8763000" y="3476625"/>
            <a:ext cx="47625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858500" y="3143250"/>
            <a:ext cx="923925" cy="6667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F5F5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softmax</a:t>
            </a:r>
          </a:p>
          <a:p>
            <a:pPr algn="ctr">
              <a:lnSpc>
                <a:spcPct val="122000"/>
              </a:lnSpc>
            </a:pPr>
            <a:r>
              <a:rPr sz="12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(over k)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477500" y="3476625"/>
            <a:ext cx="381000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239250" y="4476750"/>
            <a:ext cx="2543175" cy="666750"/>
          </a:xfrm>
          <a:prstGeom prst="roundRect">
            <a:avLst>
              <a:gd name="adj" fmla="val 10000"/>
            </a:avLst>
          </a:prstGeom>
          <a:solidFill>
            <a:srgbClr val="3BD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161A1E"/>
                </a:solidFill>
                <a:latin typeface="Amazon Ember"/>
                <a:ea typeface="メイリオ"/>
                <a:cs typeface="メイリオ"/>
              </a:rPr>
              <a:t>probabilities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9250" y="5181600"/>
            <a:ext cx="254317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[k]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10506075" y="3810000"/>
            <a:ext cx="809625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