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  <p:sldId id="259" r:id="rId12"/>
    <p:sldId id="260" r:id="rId8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XTTS v2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Two models in a row: GPT makes latents, HifiDecoder makes the waveform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524000"/>
            <a:ext cx="1714500" cy="5715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Reference audio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3619500"/>
            <a:ext cx="1714500" cy="5715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4125" y="1524000"/>
            <a:ext cx="2000250" cy="5715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speaker features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3524250" y="1066800"/>
            <a:ext cx="0" cy="457200"/>
          </a:xfrm>
          <a:prstGeom prst="line">
            <a:avLst/>
          </a:prstGeom>
          <a:ln w="19050">
            <a:solidFill>
              <a:srgbClr val="9696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524250" y="1066800"/>
            <a:ext cx="7429500" cy="0"/>
          </a:xfrm>
          <a:prstGeom prst="line">
            <a:avLst/>
          </a:prstGeom>
          <a:ln w="19050">
            <a:solidFill>
              <a:srgbClr val="9696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53750" y="1066800"/>
            <a:ext cx="0" cy="207645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0" y="1104900"/>
            <a:ext cx="1809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speaker embedding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24125" y="3619500"/>
            <a:ext cx="2000250" cy="5715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text tokens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24075" y="1809750"/>
            <a:ext cx="4000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124075" y="3905250"/>
            <a:ext cx="4000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953000" y="1238250"/>
            <a:ext cx="3810000" cy="3238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254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53000" y="1295400"/>
            <a:ext cx="3810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GPT  (396M params)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38750" y="1752600"/>
            <a:ext cx="3238500" cy="10477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generate()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one audio code at a 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38750" y="3143250"/>
            <a:ext cx="3238500" cy="1047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254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forward()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all codes -&gt; latents at once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0" y="2800350"/>
            <a:ext cx="0" cy="34290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953250" y="2838450"/>
            <a:ext cx="1619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audio codes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24375" y="1809750"/>
            <a:ext cx="714375" cy="3810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524375" y="2381250"/>
            <a:ext cx="714375" cy="15240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524375" y="3667125"/>
            <a:ext cx="714375" cy="314325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24375" y="1943100"/>
            <a:ext cx="714375" cy="1533525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91625" y="3143250"/>
            <a:ext cx="2571750" cy="10477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HifiDecoder  (12M)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latents -&gt; waveform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77250" y="3667125"/>
            <a:ext cx="714375" cy="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429625" y="3286125"/>
            <a:ext cx="857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latents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67875" y="4762500"/>
            <a:ext cx="1619250" cy="5334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24 kHz audio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477500" y="4191000"/>
            <a:ext cx="0" cy="5715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09575" y="57150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850" y="5676900"/>
            <a:ext cx="762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CPU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28750" y="57150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24025" y="5676900"/>
            <a:ext cx="1524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NeuronCores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nn.Module: weights + forward()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Calling a module runs its forward(). Modules nest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238250"/>
            <a:ext cx="6667500" cy="4476750"/>
          </a:xfrm>
          <a:prstGeom prst="roundRect">
            <a:avLst>
              <a:gd name="adj" fmla="val 3000"/>
            </a:avLst>
          </a:prstGeom>
          <a:solidFill>
            <a:srgbClr val="161A1E"/>
          </a:solidFill>
          <a:ln w="254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75" y="1333500"/>
            <a:ext cx="3810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  (Xtts, nn.Module)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5325" y="1809750"/>
            <a:ext cx="6096000" cy="1905000"/>
          </a:xfrm>
          <a:prstGeom prst="roundRect">
            <a:avLst>
              <a:gd name="adj" fmla="val 5000"/>
            </a:avLst>
          </a:prstGeom>
          <a:solidFill>
            <a:srgbClr val="102C48"/>
          </a:solidFill>
          <a:ln w="254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5825" y="18669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model.gpt  (GPT, nn.Module)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1075" y="2286000"/>
            <a:ext cx="2476500" cy="1143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weights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(parameters)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38575" y="2286000"/>
            <a:ext cx="2667000" cy="1143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forward(inputs)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-&gt; outputs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5325" y="4000500"/>
            <a:ext cx="6096000" cy="1428750"/>
          </a:xfrm>
          <a:prstGeom prst="roundRect">
            <a:avLst>
              <a:gd name="adj" fmla="val 6000"/>
            </a:avLst>
          </a:prstGeom>
          <a:solidFill>
            <a:srgbClr val="102C48"/>
          </a:solidFill>
          <a:ln w="254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5825" y="4057650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model.hifigan_decoder  (HifiDecoder, nn.Module)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1075" y="4476750"/>
            <a:ext cx="2476500" cy="762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weights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38575" y="4476750"/>
            <a:ext cx="2667000" cy="762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forward(latents)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0500" y="2286000"/>
            <a:ext cx="3905250" cy="666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model.gpt(...)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6505575" y="2619375"/>
            <a:ext cx="1304925" cy="238125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810500" y="3048000"/>
            <a:ext cx="3905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runs  model.gpt.forward(...)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torch_neuronx.trace(): run once, record, compile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The compiled model only accepts the shapes it was traced with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619250"/>
            <a:ext cx="2095500" cy="1143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nn.Module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+ example inputs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[1, 50]  [1, 128]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05075" y="2190750"/>
            <a:ext cx="476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981325" y="1619250"/>
            <a:ext cx="2095500" cy="1143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record the ops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that ran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76825" y="2190750"/>
            <a:ext cx="476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553075" y="1619250"/>
            <a:ext cx="2095500" cy="1143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neuronx-cc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48575" y="2190750"/>
            <a:ext cx="476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124825" y="1619250"/>
            <a:ext cx="3619500" cy="1143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254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compiled module (NEFF inside)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fixed shapes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4825" y="3429000"/>
            <a:ext cx="3619500" cy="6096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[1, 50]  [1, 128]   -&gt;  runs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4825" y="4286250"/>
            <a:ext cx="3619500" cy="609600"/>
          </a:xfrm>
          <a:prstGeom prst="roundRect">
            <a:avLst>
              <a:gd name="adj" fmla="val 10000"/>
            </a:avLst>
          </a:prstGeom>
          <a:solidFill>
            <a:srgbClr val="461020"/>
          </a:solidFill>
          <a:ln w="15875">
            <a:solidFill>
              <a:srgbClr val="DC2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[1, 38]   -&gt;  shape error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934575" y="2762250"/>
            <a:ext cx="0" cy="666750"/>
          </a:xfrm>
          <a:prstGeom prst="line">
            <a:avLst/>
          </a:prstGeom>
          <a:ln w="254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09575" y="3429000"/>
            <a:ext cx="72390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if / for: the example's path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Fit real lengths into the fixed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Pad to the bucket, run, then cut the output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428750"/>
            <a:ext cx="1905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audio codes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81250" y="1428750"/>
            <a:ext cx="7334250" cy="476250"/>
          </a:xfrm>
          <a:prstGeom prst="roundRect">
            <a:avLst>
              <a:gd name="adj" fmla="val 5000"/>
            </a:avLst>
          </a:prstGeom>
          <a:solidFill>
            <a:srgbClr val="102C48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110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575" y="2286000"/>
            <a:ext cx="1905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 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81250" y="2286000"/>
            <a:ext cx="7334250" cy="476250"/>
          </a:xfrm>
          <a:prstGeom prst="roundRect">
            <a:avLst>
              <a:gd name="adj" fmla="val 5000"/>
            </a:avLst>
          </a:prstGeom>
          <a:solidFill>
            <a:srgbClr val="102C48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110 real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15500" y="2286000"/>
            <a:ext cx="1200150" cy="476250"/>
          </a:xfrm>
          <a:prstGeom prst="roundRect">
            <a:avLst>
              <a:gd name="adj" fmla="val 5000"/>
            </a:avLst>
          </a:prstGeom>
          <a:solidFill>
            <a:srgbClr val="161A1E"/>
          </a:solidFill>
          <a:ln w="15875">
            <a:solidFill>
              <a:srgbClr val="464A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pad to 128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9575" y="3143250"/>
            <a:ext cx="1905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81250" y="3143250"/>
            <a:ext cx="8534400" cy="476250"/>
          </a:xfrm>
          <a:prstGeom prst="roundRect">
            <a:avLst>
              <a:gd name="adj" fmla="val 5000"/>
            </a:avLst>
          </a:prstGeom>
          <a:solidFill>
            <a:srgbClr val="124022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latents  [1, 128, 1024]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575" y="4000500"/>
            <a:ext cx="1905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after trim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81250" y="4000500"/>
            <a:ext cx="7267575" cy="476250"/>
          </a:xfrm>
          <a:prstGeom prst="roundRect">
            <a:avLst>
              <a:gd name="adj" fmla="val 5000"/>
            </a:avLst>
          </a:prstGeom>
          <a:solidFill>
            <a:srgbClr val="124022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first 110 kept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648450" y="1905000"/>
            <a:ext cx="0" cy="3810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48450" y="2762250"/>
            <a:ext cx="0" cy="3810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48450" y="3619500"/>
            <a:ext cx="0" cy="3810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81250" y="5048250"/>
            <a:ext cx="8572500" cy="6667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trace example:  wav_lengths  =  128  x  1024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Swap where model.gpt.forward goes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Coqui TTS code stays unchanged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428750"/>
            <a:ext cx="3429000" cy="762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Coqui inference()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calls  self.gpt(...)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38575" y="1809750"/>
            <a:ext cx="5715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410075" y="1428750"/>
            <a:ext cx="2857500" cy="762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254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forward  (replaced)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7267575" y="1428750"/>
            <a:ext cx="666750" cy="381000"/>
          </a:xfrm>
          <a:prstGeom prst="line">
            <a:avLst/>
          </a:prstGeom>
          <a:ln w="254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267575" y="1809750"/>
            <a:ext cx="666750" cy="104775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934325" y="1047750"/>
            <a:ext cx="38100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254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forward_neuron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compiled GPT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34325" y="2476500"/>
            <a:ext cx="3810000" cy="8572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forward_original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 class's own forward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7575" y="1066800"/>
            <a:ext cx="762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if 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4325" y="1943100"/>
            <a:ext cx="3810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pad -&gt; run -&gt; trim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7575" y="3143250"/>
            <a:ext cx="762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else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9575" y="4000500"/>
            <a:ext cx="11334750" cy="14287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0075" y="405765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Before trace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5325" y="4476750"/>
            <a:ext cx="4953000" cy="762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forward  -&gt;  forward_original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with return_latent=True fixed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48325" y="4857750"/>
            <a:ext cx="666750" cy="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15075" y="4476750"/>
            <a:ext cx="5143500" cy="762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trace(model.gpt, 5 tensors)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9575" y="57150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850" y="5676900"/>
            <a:ext cx="762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CPU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28750" y="57150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24025" y="5676900"/>
            <a:ext cx="1524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NeuronCores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From one trace to NxD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What this article does by hand, and who takes it 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500" y="1143000"/>
            <a:ext cx="419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This article  (torch_neuronx.trace)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24750" y="1143000"/>
            <a:ext cx="419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NxD Inference  (maintenance mode)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575" y="1524000"/>
            <a:ext cx="2286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Compiled part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57500" y="1524000"/>
            <a:ext cx="4191000" cy="857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GPT.forward() only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048500" y="1952625"/>
            <a:ext cx="476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524750" y="1524000"/>
            <a:ext cx="41910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 decoder, every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575" y="2590800"/>
            <a:ext cx="2286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Token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57500" y="2590800"/>
            <a:ext cx="4191000" cy="857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generate() on CPU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8500" y="3019425"/>
            <a:ext cx="476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524750" y="2590800"/>
            <a:ext cx="41910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decode on Neuron with a KV cache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575" y="3657600"/>
            <a:ext cx="2286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Shapes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57500" y="3657600"/>
            <a:ext cx="4191000" cy="857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one bucket, pad + trim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48500" y="4086225"/>
            <a:ext cx="476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524750" y="3657600"/>
            <a:ext cx="41910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buckets by length + mask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575" y="4724400"/>
            <a:ext cx="2286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Your code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57500" y="4724400"/>
            <a:ext cx="4191000" cy="857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forward swap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48500" y="5153025"/>
            <a:ext cx="476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524750" y="4724400"/>
            <a:ext cx="41910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BaseModelInstance, ModelWrapper,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NeuronApplicationBase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