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What each of 4 GPUs 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weights.  Blue: requests or tokens.  Yellow: experts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238250"/>
            <a:ext cx="857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160020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weights split by column/row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43250" y="11620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811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3750" y="1447800"/>
            <a:ext cx="17145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W[:, 0/4]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3050" y="11620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10200" y="11811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43550" y="1447800"/>
            <a:ext cx="17145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W[:, 1/4]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62850" y="11620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0" y="11811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3350" y="1447800"/>
            <a:ext cx="17145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W[:, 2/4]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72650" y="11620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11811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3150" y="1447800"/>
            <a:ext cx="17145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W[:, 3/4]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" y="2190750"/>
            <a:ext cx="857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575" y="255270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full weights, different requests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43250" y="21145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21336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57550" y="2400300"/>
            <a:ext cx="1143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 (all)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76750" y="2400300"/>
            <a:ext cx="647700" cy="381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req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53050" y="21145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1336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67350" y="2400300"/>
            <a:ext cx="1143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 (all)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86550" y="2400300"/>
            <a:ext cx="647700" cy="381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req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62850" y="21145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00" y="21336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77150" y="2400300"/>
            <a:ext cx="1143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 (all)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96350" y="2400300"/>
            <a:ext cx="647700" cy="381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req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2650" y="21145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29800" y="21336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86950" y="2400300"/>
            <a:ext cx="1143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 (all)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106150" y="2400300"/>
            <a:ext cx="647700" cy="381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req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575" y="3143250"/>
            <a:ext cx="857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575" y="350520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sequence split by position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43250" y="30670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30861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3750" y="3352800"/>
            <a:ext cx="1714500" cy="381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tokens 0/4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53050" y="30670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10200" y="30861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43550" y="3352800"/>
            <a:ext cx="1714500" cy="381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tokens 1/4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62850" y="30670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0" y="30861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53350" y="3352800"/>
            <a:ext cx="1714500" cy="381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tokens 2/4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72650" y="30670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9800" y="30861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63150" y="3352800"/>
            <a:ext cx="1714500" cy="381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tokens 3/4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9575" y="4095750"/>
            <a:ext cx="857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9575" y="445770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experts placed per GPU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43250" y="40195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0" y="40386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33750" y="4305300"/>
            <a:ext cx="1714500" cy="381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 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53050" y="40195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10200" y="40386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543550" y="4305300"/>
            <a:ext cx="1714500" cy="381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 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62850" y="40195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20000" y="40386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53350" y="4305300"/>
            <a:ext cx="1714500" cy="381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 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72650" y="40195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29800" y="40386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63150" y="4305300"/>
            <a:ext cx="1714500" cy="381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 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9575" y="5048250"/>
            <a:ext cx="857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9575" y="541020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activations split, with TP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143250" y="49720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0" y="49911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257550" y="5257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 1/4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210050" y="5257800"/>
            <a:ext cx="914400" cy="381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act 1/4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53050" y="49720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10200" y="49911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67350" y="5257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 1/4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19850" y="5257800"/>
            <a:ext cx="914400" cy="381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act 1/4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62850" y="49720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20000" y="49911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677150" y="5257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 1/4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629650" y="5257800"/>
            <a:ext cx="914400" cy="381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act 1/4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772650" y="4972050"/>
            <a:ext cx="2095500" cy="7810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29800" y="499110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886950" y="5257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 1/4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839450" y="5257800"/>
            <a:ext cx="914400" cy="381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act 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cache on 4 GPUs: TP copies it, DCP splits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KV cache.  Dashed: a duplicate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3657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MLA, TP =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135255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latent KV, 4 copies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714500"/>
            <a:ext cx="3657600" cy="8191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5775" y="17526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66825" y="1924050"/>
            <a:ext cx="257175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latent KV, all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575" y="2647950"/>
            <a:ext cx="3657600" cy="8191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775" y="26860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6825" y="2857500"/>
            <a:ext cx="257175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latent KV, all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575" y="3581400"/>
            <a:ext cx="3657600" cy="8191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775" y="36195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6825" y="3790950"/>
            <a:ext cx="257175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latent KV, all tokens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575" y="4514850"/>
            <a:ext cx="3657600" cy="8191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5775" y="45529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66825" y="4724400"/>
            <a:ext cx="257175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latent KV, all 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7200" y="1066800"/>
            <a:ext cx="3657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GQA (2 KV heads), TP =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7200" y="135255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2 copies of each head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7200" y="1714500"/>
            <a:ext cx="3657600" cy="8191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7526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4450" y="1924050"/>
            <a:ext cx="257175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head 0, all tokens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7200" y="2647950"/>
            <a:ext cx="3657600" cy="8191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6860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4450" y="2857500"/>
            <a:ext cx="257175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head 0, all tokens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7200" y="3581400"/>
            <a:ext cx="3657600" cy="8191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6195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4450" y="3790950"/>
            <a:ext cx="257175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head 1, all tokens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7200" y="4514850"/>
            <a:ext cx="3657600" cy="8191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45529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4450" y="4724400"/>
            <a:ext cx="257175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head 1, all tokens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4825" y="1066800"/>
            <a:ext cx="3657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MLA, TP = 4, DCP =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4825" y="135255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1/4 of the tokens each (interleave = 1)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4825" y="1714500"/>
            <a:ext cx="3657600" cy="8191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01025" y="17526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2075" y="1924050"/>
            <a:ext cx="257175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tokens 0, 4, 8, ...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24825" y="2647950"/>
            <a:ext cx="3657600" cy="8191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1025" y="26860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82075" y="2857500"/>
            <a:ext cx="257175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tokens 1, 5, 9, ...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24825" y="3581400"/>
            <a:ext cx="3657600" cy="8191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1025" y="36195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2075" y="3790950"/>
            <a:ext cx="257175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tokens 2, 6, 10, ...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24825" y="4514850"/>
            <a:ext cx="3657600" cy="8191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1025" y="45529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82075" y="4724400"/>
            <a:ext cx="257175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tokens 3, 7, 11, 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Eight GPUs split by phase (P/D) and by module (AFD)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prefill GPUs.  Blue: attention GPUs and KV.  Yellow: expert GPUs.  Arrows: data moving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4000500" cy="4476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9575" y="121920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 pool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5325" y="1809750"/>
            <a:ext cx="161925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0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attention + FFN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5075" y="1809750"/>
            <a:ext cx="161925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1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attention + FFN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5325" y="3143250"/>
            <a:ext cx="161925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2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attention + FFN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075" y="3143250"/>
            <a:ext cx="161925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3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attention + FFN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" y="4572000"/>
            <a:ext cx="4000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whole prompt at once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(compute-intensive)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1575" y="1143000"/>
            <a:ext cx="6800850" cy="4476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1575" y="1219200"/>
            <a:ext cx="6800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 pool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7325" y="1714500"/>
            <a:ext cx="295275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7325" y="1771650"/>
            <a:ext cx="2952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attention sub-pool (DCP)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57825" y="2190750"/>
            <a:ext cx="1238250" cy="2190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4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1/2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86575" y="2190750"/>
            <a:ext cx="1238250" cy="2190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5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1/2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3925" y="1714500"/>
            <a:ext cx="295275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3925" y="1771650"/>
            <a:ext cx="2952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FFN sub-pool (EP)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4425" y="2190750"/>
            <a:ext cx="1238250" cy="2190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6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experts 0-1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63175" y="2190750"/>
            <a:ext cx="1238250" cy="2190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7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experts 2-3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10075" y="2857500"/>
            <a:ext cx="857250" cy="0"/>
          </a:xfrm>
          <a:prstGeom prst="line">
            <a:avLst/>
          </a:prstGeom>
          <a:ln w="381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91000" y="2419350"/>
            <a:ext cx="133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KV once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0075" y="3048000"/>
            <a:ext cx="3238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220075" y="3524250"/>
            <a:ext cx="3238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267325" y="4914900"/>
            <a:ext cx="62293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token per step (memory-intensive)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7325" y="5200650"/>
            <a:ext cx="62293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activations go back and forth every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vLLM blog: TP vs DCP, Kimi K2.6 on 8 × B200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Values as reported in the vLLM blog (2026-08-07)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14300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concurrency (reported)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6325" y="4560094"/>
            <a:ext cx="952500" cy="392906"/>
          </a:xfrm>
          <a:prstGeom prst="roundRect">
            <a:avLst>
              <a:gd name="adj" fmla="val 2000"/>
            </a:avLst>
          </a:prstGeom>
          <a:solidFill>
            <a:srgbClr val="343840"/>
          </a:solidFill>
          <a:ln w="15875">
            <a:solidFill>
              <a:srgbClr val="969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5825" y="4236244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504825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TP (KV full)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09825" y="1809750"/>
            <a:ext cx="952500" cy="3143250"/>
          </a:xfrm>
          <a:prstGeom prst="roundRect">
            <a:avLst>
              <a:gd name="adj" fmla="val 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9325" y="14859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4075" y="504825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DCP (KV 82%)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200" y="114300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tok/s per GPU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3950" y="3991602"/>
            <a:ext cx="952500" cy="961398"/>
          </a:xfrm>
          <a:prstGeom prst="roundRect">
            <a:avLst>
              <a:gd name="adj" fmla="val 2000"/>
            </a:avLst>
          </a:prstGeom>
          <a:solidFill>
            <a:srgbClr val="343840"/>
          </a:solidFill>
          <a:ln w="15875">
            <a:solidFill>
              <a:srgbClr val="969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3450" y="3667752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≈1,863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504825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TP, c64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7450" y="1809750"/>
            <a:ext cx="952500" cy="3143250"/>
          </a:xfrm>
          <a:prstGeom prst="roundRect">
            <a:avLst>
              <a:gd name="adj" fmla="val 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6950" y="14859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6,091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1700" y="504825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DCP, c512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4825" y="114300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memory 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91575" y="1809750"/>
            <a:ext cx="952500" cy="3143250"/>
          </a:xfrm>
          <a:prstGeom prst="roundRect">
            <a:avLst>
              <a:gd name="adj" fmla="val 2000"/>
            </a:avLst>
          </a:prstGeom>
          <a:solidFill>
            <a:srgbClr val="343840"/>
          </a:solidFill>
          <a:ln w="15875">
            <a:solidFill>
              <a:srgbClr val="969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01075" y="14859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5825" y="504825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TP, c64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25075" y="2375535"/>
            <a:ext cx="952500" cy="2577465"/>
          </a:xfrm>
          <a:prstGeom prst="roundRect">
            <a:avLst>
              <a:gd name="adj" fmla="val 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4575" y="2051685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39325" y="504825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DCP, c512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575" y="5619750"/>
            <a:ext cx="11334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TP: KV full at 64.  DCP: 82% at 512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