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software stack: from the app to the EFA device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user space.  Grey: kernel.  Yellow: hardware.  Pink: SRD link.  Solid: data path.  Dashed: setup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5905500" cy="5905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App: NCCL / NVSHMEM / MPI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2047875"/>
            <a:ext cx="5905500" cy="5905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libfabric (efa provider): reorders, splits large messages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2857500"/>
            <a:ext cx="5905500" cy="5905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rdma-core + efadv: creates the SRD QP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62325" y="1828800"/>
            <a:ext cx="0" cy="2190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62325" y="2638425"/>
            <a:ext cx="0" cy="2190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76500" y="3810000"/>
            <a:ext cx="3838575" cy="5905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kernel driver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4762500"/>
            <a:ext cx="590550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device (Nitro hardware)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28750" y="3448050"/>
            <a:ext cx="0" cy="1314450"/>
          </a:xfrm>
          <a:prstGeom prst="line">
            <a:avLst/>
          </a:prstGeom>
          <a:ln w="381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24000" y="35433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data path: kernel bypass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34000" y="3448050"/>
            <a:ext cx="0" cy="361950"/>
          </a:xfrm>
          <a:prstGeom prst="line">
            <a:avLst/>
          </a:prstGeom>
          <a:ln w="25400">
            <a:solidFill>
              <a:srgbClr val="96969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34000" y="4400550"/>
            <a:ext cx="0" cy="361950"/>
          </a:xfrm>
          <a:prstGeom prst="line">
            <a:avLst/>
          </a:prstGeom>
          <a:ln w="25400">
            <a:solidFill>
              <a:srgbClr val="96969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10000" y="3448050"/>
            <a:ext cx="1428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0" y="1238250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user 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0" y="3981450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kernel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0" y="5524500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hardware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34500" y="4762500"/>
            <a:ext cx="2447925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peer EFA device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15075" y="5095875"/>
            <a:ext cx="3019425" cy="0"/>
          </a:xfrm>
          <a:prstGeom prst="line">
            <a:avLst/>
          </a:prstGeom>
          <a:ln w="38100">
            <a:solidFill>
              <a:srgbClr val="FF7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315075" y="5095875"/>
            <a:ext cx="3019425" cy="0"/>
          </a:xfrm>
          <a:prstGeom prst="line">
            <a:avLst/>
          </a:prstGeom>
          <a:ln w="38100">
            <a:solidFill>
              <a:srgbClr val="FF7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67500" y="4476750"/>
            <a:ext cx="2476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F78A0"/>
                </a:solidFill>
                <a:latin typeface="Amazon Ember"/>
                <a:ea typeface="メイリオ"/>
                <a:cs typeface="メイリオ"/>
              </a:rPr>
              <a:t>SRD: multipath, reliable, unordered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Without GPUDirect RDMA: a detour through system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GPU memory.  Blue: system memory.  Yellow: NIC and network.  Numbers: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2476500"/>
            <a:ext cx="28575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0075" y="2476500"/>
            <a:ext cx="28575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system memory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(bounce buffer)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0575" y="2476500"/>
            <a:ext cx="2857500" cy="857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67075" y="2905125"/>
            <a:ext cx="1143000" cy="0"/>
          </a:xfrm>
          <a:prstGeom prst="line">
            <a:avLst/>
          </a:prstGeom>
          <a:ln w="381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267575" y="2905125"/>
            <a:ext cx="1143000" cy="0"/>
          </a:xfrm>
          <a:prstGeom prst="line">
            <a:avLst/>
          </a:prstGeom>
          <a:ln w="381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268075" y="2905125"/>
            <a:ext cx="514350" cy="0"/>
          </a:xfrm>
          <a:prstGeom prst="line">
            <a:avLst/>
          </a:prstGeom>
          <a:ln w="381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67075" y="2190750"/>
            <a:ext cx="1143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 CUDA 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1825" y="2190750"/>
            <a:ext cx="1714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2. NIC DMA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0" y="3429000"/>
            <a:ext cx="1143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network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With GPUDirect RDMA: NIC accesses GPU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GPU memory.  Yellow: NIC and network.  Grey box: not on the data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181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Machine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428750"/>
            <a:ext cx="518160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0825" y="1066800"/>
            <a:ext cx="5181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Machine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00825" y="1428750"/>
            <a:ext cx="518160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5325" y="1714500"/>
            <a:ext cx="20955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1825" y="3143250"/>
            <a:ext cx="20955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5325" y="3524250"/>
            <a:ext cx="2095500" cy="762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system 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86575" y="3143250"/>
            <a:ext cx="20955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63075" y="1714500"/>
            <a:ext cx="20955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63075" y="3524250"/>
            <a:ext cx="2095500" cy="762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system memory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90825" y="2190750"/>
            <a:ext cx="1019175" cy="952500"/>
          </a:xfrm>
          <a:prstGeom prst="line">
            <a:avLst/>
          </a:prstGeom>
          <a:ln w="381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67325" y="3524250"/>
            <a:ext cx="1619250" cy="0"/>
          </a:xfrm>
          <a:prstGeom prst="line">
            <a:avLst/>
          </a:prstGeom>
          <a:ln w="381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382000" y="2190750"/>
            <a:ext cx="981075" cy="952500"/>
          </a:xfrm>
          <a:prstGeom prst="line">
            <a:avLst/>
          </a:prstGeom>
          <a:ln w="381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67325" y="314325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575" y="4857750"/>
            <a:ext cx="11334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GPU → NIC → NIC → GPU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BAR1: a window onto GPU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Grey: PCIe address space.  Green: GPU memory.  Yellow: NIC.  Pink: BAR1 window.  Dashed: maps 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11372850" cy="6667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428750"/>
            <a:ext cx="5715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PCIe address space (shared by CPU, NIC, GPU)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500" y="1524000"/>
            <a:ext cx="2476500" cy="47625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BAR1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3143250"/>
            <a:ext cx="4381500" cy="1143000"/>
          </a:xfrm>
          <a:prstGeom prst="roundRect">
            <a:avLst>
              <a:gd name="adj" fmla="val 6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7875" y="3190875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memory (VRAM)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9500" y="3667125"/>
            <a:ext cx="2286000" cy="47625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mapped region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72500" y="2000250"/>
            <a:ext cx="0" cy="1666875"/>
          </a:xfrm>
          <a:prstGeom prst="line">
            <a:avLst/>
          </a:prstGeom>
          <a:ln w="38100">
            <a:solidFill>
              <a:srgbClr val="FF78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81075" y="3143250"/>
            <a:ext cx="2857500" cy="1143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NIC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838575" y="2000250"/>
            <a:ext cx="3019425" cy="1428750"/>
          </a:xfrm>
          <a:prstGeom prst="line">
            <a:avLst/>
          </a:prstGeom>
          <a:ln w="381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3000" y="26670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DMA to the window address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