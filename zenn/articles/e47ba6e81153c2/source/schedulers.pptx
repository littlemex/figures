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  <p:sldId id="264" r:id="rId4"/>
    <p:sldId id="265" r:id="rId3"/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Slurm does that vanilla Kubernetes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Purple: Slurm, as configured.  Yellow: what vanilla Kubernetes does instead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28700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ID and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4750" y="10287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AA78F0"/>
                </a:solidFill>
                <a:latin typeface="Amazon Ember"/>
                <a:ea typeface="メイリオ"/>
                <a:cs typeface="メイリオ"/>
              </a:rPr>
              <a:t>Slurm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6200" y="1028700"/>
            <a:ext cx="40862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Vanilla Kubernetes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333500"/>
            <a:ext cx="609600" cy="8382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5375" y="1333500"/>
            <a:ext cx="2457450" cy="8382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Start a multi-node job</a:t>
            </a:r>
          </a:p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as one unit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4750" y="1333500"/>
            <a:ext cx="3810000" cy="838200"/>
          </a:xfrm>
          <a:prstGeom prst="roundRect">
            <a:avLst>
              <a:gd name="adj" fmla="val 16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starts only when the requested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nodes and GPUs are all granted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6200" y="1333500"/>
            <a:ext cx="4086225" cy="838200"/>
          </a:xfrm>
          <a:prstGeom prst="roundRect">
            <a:avLst>
              <a:gd name="adj" fmla="val 16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Pods are bound one by one;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some run, some stay 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2266950"/>
            <a:ext cx="609600" cy="8382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5375" y="2266950"/>
            <a:ext cx="2457450" cy="8382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Hold a job in a queue</a:t>
            </a:r>
          </a:p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under a limit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4750" y="2266950"/>
            <a:ext cx="3810000" cy="838200"/>
          </a:xfrm>
          <a:prstGeom prst="roundRect">
            <a:avLst>
              <a:gd name="adj" fmla="val 16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group limits such as GrpTRES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keep the job 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6200" y="2266950"/>
            <a:ext cx="4086225" cy="838200"/>
          </a:xfrm>
          <a:prstGeom prst="roundRect">
            <a:avLst>
              <a:gd name="adj" fmla="val 16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ResourceQuota rejects the Pod;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Job controller just retries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3200400"/>
            <a:ext cx="609600" cy="8382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5375" y="3200400"/>
            <a:ext cx="2457450" cy="8382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 short jobs early,</a:t>
            </a:r>
          </a:p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big job not delayed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4750" y="3200400"/>
            <a:ext cx="3810000" cy="838200"/>
          </a:xfrm>
          <a:prstGeom prst="roundRect">
            <a:avLst>
              <a:gd name="adj" fmla="val 16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backfill: only if the big job's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planned start does not move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6200" y="3200400"/>
            <a:ext cx="4086225" cy="838200"/>
          </a:xfrm>
          <a:prstGeom prst="roundRect">
            <a:avLst>
              <a:gd name="adj" fmla="val 16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planned start time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a whole job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4133850"/>
            <a:ext cx="609600" cy="8382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5375" y="4133850"/>
            <a:ext cx="2457450" cy="8382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Pause a running job,</a:t>
            </a:r>
          </a:p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resume, no restart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14750" y="4133850"/>
            <a:ext cx="3810000" cy="838200"/>
          </a:xfrm>
          <a:prstGeom prst="roundRect">
            <a:avLst>
              <a:gd name="adj" fmla="val 16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suspend stops the processes;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resume continues them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6200" y="4133850"/>
            <a:ext cx="4086225" cy="838200"/>
          </a:xfrm>
          <a:prstGeom prst="roundRect">
            <a:avLst>
              <a:gd name="adj" fmla="val 16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suspending a Job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deletes its running Pods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575" y="5067300"/>
            <a:ext cx="609600" cy="838200"/>
          </a:xfrm>
          <a:prstGeom prst="roundRect">
            <a:avLst>
              <a:gd name="adj" fmla="val 12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5375" y="5067300"/>
            <a:ext cx="2457450" cy="8382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Priority from</a:t>
            </a:r>
          </a:p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past usage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4750" y="5067300"/>
            <a:ext cx="3810000" cy="838200"/>
          </a:xfrm>
          <a:prstGeom prst="roundRect">
            <a:avLst>
              <a:gd name="adj" fmla="val 16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multifactor priority with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fair-share from accounting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6200" y="5067300"/>
            <a:ext cx="4086225" cy="838200"/>
          </a:xfrm>
          <a:prstGeom prst="roundRect">
            <a:avLst>
              <a:gd name="adj" fmla="val 16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PriorityClass gives each Pod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fixed 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Each row decides about a whole job or account; vanilla Kubernetes decides per Pod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each scheduler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job-level scheduling.  Blue: stock Kubernetes.  Purple: Slurm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47750"/>
            <a:ext cx="7810500" cy="4953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1975" y="1123950"/>
            <a:ext cx="75057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Kubernetes: the steps are separate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447800"/>
            <a:ext cx="219075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Job / JobSet /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TrainJob object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is 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1825" y="1447800"/>
            <a:ext cx="21907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Kueue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holds it suspended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until admitted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48325" y="14478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 its controller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creates the Pods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6075" y="1905000"/>
            <a:ext cx="285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62575" y="1905000"/>
            <a:ext cx="285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5325" y="2762250"/>
            <a:ext cx="7239000" cy="180975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464A5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725" y="2838450"/>
            <a:ext cx="6953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 Scheduler: which node?  (picked per Pod by schedulerName)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825" y="3200400"/>
            <a:ext cx="2190750" cy="723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kube-scheduler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 Pod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8975" y="3200400"/>
            <a:ext cx="219075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Volcano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PodGroup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2125" y="3200400"/>
            <a:ext cx="21717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KAI-Scheduler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00050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Volcano and KAI also bring their own queues,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so for their Pods they cover step 2 as well.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91325" y="2362200"/>
            <a:ext cx="0" cy="4000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5325" y="4857750"/>
            <a:ext cx="31432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  kubelet on the node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runs the Pod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24325" y="4857750"/>
            <a:ext cx="381000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Karpenter (EKS): adds EC2 nodes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Pods marked Unschedulable;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it does not order jobs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66950" y="4572000"/>
            <a:ext cx="0" cy="285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05825" y="1047750"/>
            <a:ext cx="3276600" cy="4953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8225" y="1123950"/>
            <a:ext cx="2971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AA78F0"/>
                </a:solidFill>
                <a:latin typeface="Amazon Ember"/>
                <a:ea typeface="メイリオ"/>
                <a:cs typeface="メイリオ"/>
              </a:rPr>
              <a:t>Slurm: one controller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96325" y="1447800"/>
            <a:ext cx="28956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sbatch / salloc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submit the job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96325" y="2495550"/>
            <a:ext cx="2895600" cy="152400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slurmctld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 + priority + backfill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the allocation,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 one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96325" y="4400550"/>
            <a:ext cx="28956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slurmd on each node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launches the tasks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44125" y="21145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44125" y="40195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96325" y="5219700"/>
            <a:ext cx="2895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Steps 2 and 4 on the left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are one decision here.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Kueue fills step 2; Volcano and KAI take step 4 for the Pods they 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Why a 4-Pod job can get stuck half placed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stock Kubernetes.  Yellow: the catch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47750"/>
            <a:ext cx="3619500" cy="4857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1975" y="1123950"/>
            <a:ext cx="33147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The job's 4 Pods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447800"/>
            <a:ext cx="30480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worker-0   (bound)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325" y="2286000"/>
            <a:ext cx="30480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worker-1   (bound)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3124200"/>
            <a:ext cx="30480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worker-2   (Pending)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325" y="3962400"/>
            <a:ext cx="3048000" cy="666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worker-3   (Pending)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9530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kube-scheduler takes them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at a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0075" y="1047750"/>
            <a:ext cx="7372350" cy="4857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475" y="1123950"/>
            <a:ext cx="70675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Cluster: 2 GPUs in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5825" y="1447800"/>
            <a:ext cx="3238500" cy="2190750"/>
          </a:xfrm>
          <a:prstGeom prst="roundRect">
            <a:avLst>
              <a:gd name="adj" fmla="val 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9175" y="15240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node-a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6325" y="1905000"/>
            <a:ext cx="2857500" cy="1485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 &lt;-  worker-0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waiting at rendezvous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its peers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075" y="1447800"/>
            <a:ext cx="3238500" cy="2190750"/>
          </a:xfrm>
          <a:prstGeom prst="roundRect">
            <a:avLst>
              <a:gd name="adj" fmla="val 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3425" y="152400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node-b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0575" y="1905000"/>
            <a:ext cx="2857500" cy="1485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 &lt;-  worker-1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waiting at rendezvous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 its peers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5825" y="3848100"/>
            <a:ext cx="6800850" cy="18669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worker-2 and worker-3 have nowhere to go.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/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worker-0 and worker-1 keep their GPUs and wait.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such jobs can block each other for good.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kube-scheduler never asks whether all four fit before binding the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Vanilla Kubernetes: who touches a 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stock Kubernetes.  Arrows show which way the data goes; all of it through the API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91075" y="2571750"/>
            <a:ext cx="2609850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API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62575" y="4191000"/>
            <a:ext cx="146685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etcd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0" y="3714750"/>
            <a:ext cx="0" cy="4762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95325" y="1333500"/>
            <a:ext cx="304800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kube-controller-manager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 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48675" y="1333500"/>
            <a:ext cx="304800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kube-scheduler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325" y="4095750"/>
            <a:ext cx="304800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kubelet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 every 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48675" y="4095750"/>
            <a:ext cx="3048000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Job object exists,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but the scheduler never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reads 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3325" y="1857375"/>
            <a:ext cx="542925" cy="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86250" y="1857375"/>
            <a:ext cx="0" cy="1000125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86250" y="2857500"/>
            <a:ext cx="5048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10000" y="14287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create N Pods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0925" y="2857500"/>
            <a:ext cx="504825" cy="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5750" y="1714500"/>
            <a:ext cx="0" cy="114300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5750" y="1714500"/>
            <a:ext cx="5429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91250" y="1333500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unscheduled Pods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191500" y="2095500"/>
            <a:ext cx="257175" cy="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91500" y="2095500"/>
            <a:ext cx="0" cy="123825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400925" y="3333750"/>
            <a:ext cx="7905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24750" y="3429000"/>
            <a:ext cx="2286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 Binding,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Pod per cycle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286250" y="3429000"/>
            <a:ext cx="504825" cy="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86250" y="3429000"/>
            <a:ext cx="0" cy="1190625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743325" y="4619625"/>
            <a:ext cx="5429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10000" y="470535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 Pods bound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 this node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Every component works on Pods; nothing places the job as a whole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Kueue: hold whole jobs until the quota has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Kueue.  Blue: stock Kubernetes.  Quota 2 GPUs, each job needs 2, same priority, first in first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428750"/>
            <a:ext cx="1524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job-a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24075" y="1428750"/>
            <a:ext cx="3117850" cy="666750"/>
          </a:xfrm>
          <a:prstGeom prst="roundRect">
            <a:avLst>
              <a:gd name="adj" fmla="val 15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admitted,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2343150"/>
            <a:ext cx="1524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job-b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4075" y="2343150"/>
            <a:ext cx="3117850" cy="666750"/>
          </a:xfrm>
          <a:prstGeom prst="roundRect">
            <a:avLst>
              <a:gd name="adj" fmla="val 1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suspended: no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9075" y="2343150"/>
            <a:ext cx="3117850" cy="666750"/>
          </a:xfrm>
          <a:prstGeom prst="roundRect">
            <a:avLst>
              <a:gd name="adj" fmla="val 15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admitted,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3257550"/>
            <a:ext cx="1524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job-c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4075" y="3257550"/>
            <a:ext cx="6292850" cy="666750"/>
          </a:xfrm>
          <a:prstGeom prst="roundRect">
            <a:avLst>
              <a:gd name="adj" fmla="val 1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suspended: no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4075" y="3257550"/>
            <a:ext cx="3117850" cy="666750"/>
          </a:xfrm>
          <a:prstGeom prst="roundRect">
            <a:avLst>
              <a:gd name="adj" fmla="val 15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admitted,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95500" y="4210050"/>
            <a:ext cx="9525000" cy="190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85975" y="4114800"/>
            <a:ext cx="19050" cy="2095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3500" y="43434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submit all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60975" y="4114800"/>
            <a:ext cx="19050" cy="2095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8500" y="43434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job-a done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5975" y="4114800"/>
            <a:ext cx="19050" cy="20955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3500" y="434340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job-b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4762500"/>
            <a:ext cx="5619750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Nodes appear only for the admitted job: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Karpenter never sees job-b or job-c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while they are suspended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9825" y="4762500"/>
            <a:ext cx="556260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Admitted does not mean placed: if spot capacity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is short, the Pods still wait. waitForPodsReady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can evict and requeue the job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Kueue decides when a job may create Pods; kube-scheduler still picks the 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Kueue on EKS: what happens to one TrainJob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Kueue (one controller-manager process and its objects).  Blue: unchanged EKS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2190750" cy="914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kubectl apply TrainJob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label kueue.x-k8s.io/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queue-name: gpu-ddp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400300"/>
            <a:ext cx="219075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API 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4950" y="205740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81325" y="1047750"/>
            <a:ext cx="8801100" cy="24955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3725" y="1123950"/>
            <a:ext cx="849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Kueue  (kueue-controller-manager in kueue-system)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1825" y="1428750"/>
            <a:ext cx="20002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webhook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sets suspend: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2575" y="1428750"/>
            <a:ext cx="20002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 job reconciler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creates a Workload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3325" y="1428750"/>
            <a:ext cx="1905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 LocalQueue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(namespaced)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8825" y="1428750"/>
            <a:ext cx="19431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ClusterQueue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quota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(cluster-scoped)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8825" y="2495550"/>
            <a:ext cx="1943100" cy="8953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ResourceFlavor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nodeLabels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(cluster-scoped)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72075" y="1857375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2825" y="1857375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58325" y="1857375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620375" y="2286000"/>
            <a:ext cx="0" cy="20955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0325" y="2857500"/>
            <a:ext cx="209550" cy="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09875" y="1857375"/>
            <a:ext cx="0" cy="1000125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09875" y="1857375"/>
            <a:ext cx="3619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171825" y="2495550"/>
            <a:ext cx="6286500" cy="8953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  admitted: add the flavor's nodeSelector + tolerations, clear suspend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not admitted: the job stays suspended and no Pods exist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3771900"/>
            <a:ext cx="11372850" cy="1619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9575" y="3829050"/>
            <a:ext cx="36004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Unchanged EKS components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5325" y="4191000"/>
            <a:ext cx="31432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  Trainer creates the JobSet;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JobSet and Job controllers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 the Pods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0075" y="4191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  kube-scheduler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binds each Pod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once a node fits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4825" y="4191000"/>
            <a:ext cx="33718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 Karpenter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launches EC2 nodes for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Unschedulable Pods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38575" y="4667250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67575" y="4476750"/>
            <a:ext cx="857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267575" y="4876800"/>
            <a:ext cx="857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0" y="49149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node Ready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15075" y="3390900"/>
            <a:ext cx="0" cy="266700"/>
          </a:xfrm>
          <a:prstGeom prst="line">
            <a:avLst/>
          </a:prstGeom>
          <a:ln w="25400">
            <a:solidFill>
              <a:srgbClr val="3BD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266950" y="3657600"/>
            <a:ext cx="4048125" cy="0"/>
          </a:xfrm>
          <a:prstGeom prst="line">
            <a:avLst/>
          </a:prstGeom>
          <a:ln w="25400">
            <a:solidFill>
              <a:srgbClr val="3BD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66950" y="3657600"/>
            <a:ext cx="0" cy="5334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9575" y="5486400"/>
            <a:ext cx="113728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LocalQueue and Workload live in the job's namespace; ClusterQueue and ResourceFlavor are cluster-wide.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 this book's kueue.tf the webhook acts only in namespaces labelled managed-by-kueue=true.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Kueue holds and labels the job; Trainer, kube-scheduler and Karpenter are unchanged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Volcano: its own controllers and its own scheduler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Volcano.  Blue: stock Kubernetes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228600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kubectl apply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vcjob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667000"/>
            <a:ext cx="228600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API 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2575" y="2095500"/>
            <a:ext cx="0" cy="571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76575" y="1047750"/>
            <a:ext cx="8705850" cy="4857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8975" y="1123950"/>
            <a:ext cx="84010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Volcano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2325" y="1428750"/>
            <a:ext cx="4000500" cy="800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admission webhook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validates and defaults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Job, PodGroup, Queue, 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2325" y="2381250"/>
            <a:ext cx="4000500" cy="8001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controller-manager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creates the PodGroup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and the Job's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48575" y="1428750"/>
            <a:ext cx="3848100" cy="17526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24A04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  (an object, not a process)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 and capability per tenant,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by the scheduler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2325" y="3352800"/>
            <a:ext cx="8134350" cy="23622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4725" y="3429000"/>
            <a:ext cx="78295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volcano-scheduler session  (actions run in the configured order)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2825" y="3771900"/>
            <a:ext cx="14287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enqueue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room in the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1575" y="4229100"/>
            <a:ext cx="1524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3975" y="3771900"/>
            <a:ext cx="14287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allocate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try each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62725" y="4229100"/>
            <a:ext cx="1524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15125" y="3771900"/>
            <a:ext cx="14287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preempt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by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priority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43875" y="4229100"/>
            <a:ext cx="1524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96275" y="3771900"/>
            <a:ext cx="14287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reclaim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back to the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Queue's share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25025" y="4229100"/>
            <a:ext cx="1524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77425" y="3771900"/>
            <a:ext cx="14287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backfill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best-effort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2825" y="4876800"/>
            <a:ext cx="77533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plugins: gang, drf, proportion, priority ...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5575" y="3048000"/>
            <a:ext cx="447675" cy="0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43250" y="1828800"/>
            <a:ext cx="0" cy="1219200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43250" y="1828800"/>
            <a:ext cx="219075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857500" y="4476750"/>
            <a:ext cx="504825" cy="0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857500" y="3714750"/>
            <a:ext cx="0" cy="7620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9575" y="3905250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scheduler binds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committed tasks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through the API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Volcano covers queueing, gang and placement in one system for its Pods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KAI-Scheduler: grouping, scheduling and binding are separate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KAI-Scheduler.  Blue: stock Kubernetes.  Arrows are objects written and watched via the API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571750"/>
            <a:ext cx="2190750" cy="1143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API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6575" y="1238250"/>
            <a:ext cx="2667000" cy="952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pod-grouper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writes a PodGroup for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PyTorchJob, JobSet,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4575" y="1238250"/>
            <a:ext cx="2667000" cy="952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 controller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hierarchical queues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6575" y="2667000"/>
            <a:ext cx="57150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scheduler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session + actions: allocate, consolidate, reclaim, preempt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writes a BindRequest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7825" y="2667000"/>
            <a:ext cx="251460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binder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(own Deployment)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reads it, binds the Pod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91575" y="3238500"/>
            <a:ext cx="476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43950" y="2857500"/>
            <a:ext cx="57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10075" y="2190750"/>
            <a:ext cx="0" cy="476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8075" y="2190750"/>
            <a:ext cx="0" cy="476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25125" y="3810000"/>
            <a:ext cx="0" cy="381000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504950" y="4191000"/>
            <a:ext cx="9020175" cy="0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04950" y="3714750"/>
            <a:ext cx="0" cy="47625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00325" y="2857500"/>
            <a:ext cx="476250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076575" y="4572000"/>
            <a:ext cx="87058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sharing: a Pod asks for a fraction with the gpu-fraction annotation;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reservation Pod holds the physical GPU. Memory is not isolated between the sharing Pods by default.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Placement is decided in one Deployment and applied by another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"job" means on each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Kubernetes.  Purple: Slurm.  Green: what had to be added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47750"/>
            <a:ext cx="5562600" cy="4857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1975" y="1123950"/>
            <a:ext cx="5257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Kubernetes  (simplified)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5325" y="1447800"/>
            <a:ext cx="49911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 / JobSet / TrainJob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325" y="257175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0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247775" y="2114550"/>
            <a:ext cx="1943100" cy="4572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52625" y="257175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1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505075" y="2114550"/>
            <a:ext cx="685800" cy="4572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9925" y="257175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90875" y="2114550"/>
            <a:ext cx="571500" cy="4572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67225" y="257175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 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90875" y="2114550"/>
            <a:ext cx="1828800" cy="45720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5325" y="3733800"/>
            <a:ext cx="49911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PodGroup / Kueue Workload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added so a scheduler or a queue sees the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4762500"/>
            <a:ext cx="49911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Each Pod is scheduled as its own object.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The group is an extra object on 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9825" y="1047750"/>
            <a:ext cx="5562600" cy="4857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2225" y="1123950"/>
            <a:ext cx="5257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AA78F0"/>
                </a:solidFill>
                <a:latin typeface="Amazon Ember"/>
                <a:ea typeface="メイリオ"/>
                <a:cs typeface="メイリオ"/>
              </a:rPr>
              <a:t>Slurm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05575" y="1447800"/>
            <a:ext cx="49911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 = one allocation of nodes, CPUs, GPUs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5575" y="2571750"/>
            <a:ext cx="49911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 step (srun) inside the allocation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05575" y="373380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task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62875" y="373380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task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0175" y="373380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task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77475" y="3733800"/>
            <a:ext cx="1104900" cy="66675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task 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1125" y="2114550"/>
            <a:ext cx="0" cy="45720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058025" y="3238500"/>
            <a:ext cx="1943100" cy="49530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315325" y="3238500"/>
            <a:ext cx="685800" cy="49530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01125" y="3238500"/>
            <a:ext cx="571500" cy="49530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01125" y="3238500"/>
            <a:ext cx="1828800" cy="49530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05575" y="4762500"/>
            <a:ext cx="49911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Resources are granted to the job first;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tasks start inside what was granted.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 grants resources per job; Kubernetes adds a group object to get there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Slurm: allocation first, then the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Purple: Slurm daemons.  Grey: commands and optional parts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2667000" cy="952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sbatch / salloc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resources;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batch script runs on node-0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48075" y="1143000"/>
            <a:ext cx="4476750" cy="190500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slurmctld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queue, multifactor priority, backfill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one allocation for the whole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6825" y="1333500"/>
            <a:ext cx="28956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slurmdbd (optional)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accounting, fair-share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6575" y="1714500"/>
            <a:ext cx="571500" cy="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124825" y="1762125"/>
            <a:ext cx="76200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9575" y="3143250"/>
            <a:ext cx="2667000" cy="9525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srun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runs inside the batch script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or the salloc shell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43075" y="2190750"/>
            <a:ext cx="0" cy="95250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76575" y="3429000"/>
            <a:ext cx="1876425" cy="0"/>
          </a:xfrm>
          <a:prstGeom prst="line">
            <a:avLst/>
          </a:prstGeom>
          <a:ln w="25400">
            <a:solidFill>
              <a:srgbClr val="AA7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53000" y="3048000"/>
            <a:ext cx="0" cy="38100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48250" y="314325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create a step, get its credential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76575" y="3905250"/>
            <a:ext cx="1809750" cy="0"/>
          </a:xfrm>
          <a:prstGeom prst="line">
            <a:avLst/>
          </a:prstGeom>
          <a:ln w="25400">
            <a:solidFill>
              <a:srgbClr val="AA7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86325" y="3905250"/>
            <a:ext cx="0" cy="85725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76575" y="3905250"/>
            <a:ext cx="4572000" cy="0"/>
          </a:xfrm>
          <a:prstGeom prst="line">
            <a:avLst/>
          </a:prstGeom>
          <a:ln w="25400">
            <a:solidFill>
              <a:srgbClr val="AA7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48575" y="3905250"/>
            <a:ext cx="0" cy="85725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76575" y="3905250"/>
            <a:ext cx="7334250" cy="0"/>
          </a:xfrm>
          <a:prstGeom prst="line">
            <a:avLst/>
          </a:prstGeom>
          <a:ln w="25400">
            <a:solidFill>
              <a:srgbClr val="AA7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10825" y="3905250"/>
            <a:ext cx="0" cy="857250"/>
          </a:xfrm>
          <a:prstGeom prst="line">
            <a:avLst/>
          </a:prstGeom>
          <a:ln w="25400">
            <a:solidFill>
              <a:srgbClr val="AA78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43500" y="3581400"/>
            <a:ext cx="647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ask the slurmd of each node in the step to launch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48075" y="47625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node-0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slurmd -&gt; slurmstepd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task 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0325" y="47625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node-1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slurmd -&gt; slurmstepd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task processes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2575" y="4762500"/>
            <a:ext cx="2476500" cy="1143000"/>
          </a:xfrm>
          <a:prstGeom prst="roundRect">
            <a:avLst>
              <a:gd name="adj" fmla="val 10000"/>
            </a:avLst>
          </a:prstGeom>
          <a:solidFill>
            <a:srgbClr val="342254"/>
          </a:solidFill>
          <a:ln w="15875">
            <a:solidFill>
              <a:srgbClr val="AA7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node-2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slurmd -&gt; slurmstepd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task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container layer by default: slurmstepd runs the tasks as processes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Vanilla Kubernetes: a 4-worker job stuck half placed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stock Kubernetes, each part working correctly.  Yellow: the outcome no part notices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2190750" cy="8572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TrainJob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workers x 1 GPU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571750"/>
            <a:ext cx="21907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 controller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creates 4 Pods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4950" y="2095500"/>
            <a:ext cx="0" cy="476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81325" y="1047750"/>
            <a:ext cx="4000500" cy="3619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3725" y="1123950"/>
            <a:ext cx="36957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kube-scheduler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1825" y="1390650"/>
            <a:ext cx="3619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scheduling queue: one Pod per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7075" y="1733550"/>
            <a:ext cx="2095500" cy="552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3075" y="1733550"/>
            <a:ext cx="1238250" cy="55245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bound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7075" y="2419350"/>
            <a:ext cx="2095500" cy="5524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53075" y="2419350"/>
            <a:ext cx="1238250" cy="55245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bound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7075" y="3105150"/>
            <a:ext cx="2095500" cy="5524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3075" y="3105150"/>
            <a:ext cx="1238250" cy="55245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no fit: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Pending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7075" y="3790950"/>
            <a:ext cx="2095500" cy="5524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3075" y="3790950"/>
            <a:ext cx="1238250" cy="55245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no fit: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Pending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0325" y="3000375"/>
            <a:ext cx="6667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2825" y="1047750"/>
            <a:ext cx="4419600" cy="3619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5225" y="1123950"/>
            <a:ext cx="4114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Cluster: 2 GPUs in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3325" y="1428750"/>
            <a:ext cx="4038600" cy="1238250"/>
          </a:xfrm>
          <a:prstGeom prst="roundRect">
            <a:avLst>
              <a:gd name="adj" fmla="val 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6675" y="14859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node-a  (1 GPU)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43825" y="1790700"/>
            <a:ext cx="3657600" cy="7429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worker-0 holds the GPU,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waits at rendezvous for the other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3325" y="2857500"/>
            <a:ext cx="4038600" cy="1238250"/>
          </a:xfrm>
          <a:prstGeom prst="roundRect">
            <a:avLst>
              <a:gd name="adj" fmla="val 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6675" y="291465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node-b  (1 GPU)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43825" y="3219450"/>
            <a:ext cx="3657600" cy="7429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worker-1 holds the GPU,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waits at rendezvous for the other 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91325" y="2009775"/>
            <a:ext cx="352425" cy="0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43750" y="2009775"/>
            <a:ext cx="0" cy="180975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43750" y="2190750"/>
            <a:ext cx="600075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91325" y="2695575"/>
            <a:ext cx="447675" cy="0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39000" y="2695575"/>
            <a:ext cx="0" cy="923925"/>
          </a:xfrm>
          <a:prstGeom prst="line">
            <a:avLst/>
          </a:prstGeom>
          <a:ln w="25400">
            <a:solidFill>
              <a:srgbClr val="289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239000" y="3619500"/>
            <a:ext cx="504825" cy="0"/>
          </a:xfrm>
          <a:prstGeom prst="line">
            <a:avLst/>
          </a:prstGeom>
          <a:ln w="25400">
            <a:solidFill>
              <a:srgbClr val="2896F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553325" y="4267200"/>
            <a:ext cx="4038600" cy="32385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no GPU left for worker-2 and worker-3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9575" y="4953000"/>
            <a:ext cx="11372850" cy="952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Result: 2 GPUs are held and the job makes no progress, possibly for good.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part is broken: the scheduler handled each Pod correctly; nothing asked whether all 4 fit together.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default scheduler decides per Pod, so a job can be stuck half placed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