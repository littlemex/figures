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85750"/>
            <a:ext cx="11334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Mamba2 state: buffers inside the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9575" y="1047750"/>
            <a:ext cx="53340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75" y="1123950"/>
            <a:ext cx="4953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Mamba2 layer  (nn.Module)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5325" y="1619250"/>
            <a:ext cx="4762500" cy="857250"/>
          </a:xfrm>
          <a:prstGeom prst="roundRect">
            <a:avLst>
              <a:gd name="adj" fmla="val 12000"/>
            </a:avLst>
          </a:prstGeom>
          <a:solidFill>
            <a:srgbClr val="343840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parameters: weights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(load_weights)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2762250"/>
            <a:ext cx="4762500" cy="2571750"/>
          </a:xfrm>
          <a:prstGeom prst="roundRect">
            <a:avLst>
              <a:gd name="adj" fmla="val 5000"/>
            </a:avLst>
          </a:prstGeom>
          <a:solidFill>
            <a:srgbClr val="124022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825" y="2819400"/>
            <a:ext cx="4381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buffers  (register_buffer)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981075" y="3286125"/>
            <a:ext cx="4191000" cy="3048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1075" y="3286125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row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1075" y="3667125"/>
            <a:ext cx="4191000" cy="30480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075" y="3667125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1   request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1075" y="4048125"/>
            <a:ext cx="4191000" cy="3048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1075" y="4048125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row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1075" y="4429125"/>
            <a:ext cx="4191000" cy="304800"/>
          </a:xfrm>
          <a:prstGeom prst="rect">
            <a:avLst/>
          </a:prstGeom>
          <a:solidFill>
            <a:srgbClr val="50420E"/>
          </a:solidFill>
          <a:ln w="2540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75" y="4429125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3   request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1075" y="4810125"/>
            <a:ext cx="4191000" cy="304800"/>
          </a:xfrm>
          <a:prstGeom prst="rect">
            <a:avLst/>
          </a:prstGeom>
          <a:solidFill>
            <a:srgbClr val="102C48"/>
          </a:solidFill>
          <a:ln w="1270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075" y="4810125"/>
            <a:ext cx="419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row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24675" y="1333500"/>
            <a:ext cx="4381500" cy="6667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find my row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4675" y="2286000"/>
            <a:ext cx="4381500" cy="666750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read the row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15425" y="2000250"/>
            <a:ext cx="0" cy="28575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24675" y="3238500"/>
            <a:ext cx="4381500" cy="666750"/>
          </a:xfrm>
          <a:prstGeom prst="roundRect">
            <a:avLst>
              <a:gd name="adj" fmla="val 12000"/>
            </a:avLst>
          </a:prstGeom>
          <a:solidFill>
            <a:srgbClr val="161A1E"/>
          </a:solidFill>
          <a:ln w="19050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 compute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15425" y="2952750"/>
            <a:ext cx="0" cy="28575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24675" y="4191000"/>
            <a:ext cx="4381500" cy="66675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9050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 write the row back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15425" y="3905250"/>
            <a:ext cx="0" cy="28575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24675" y="5191125"/>
            <a:ext cx="4381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stays on the device for the next step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743575" y="2619375"/>
            <a:ext cx="1181100" cy="142875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743575" y="4429125"/>
            <a:ext cx="1181100" cy="9525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