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Decode: 72.5 ms -&gt; 9.0 ms per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12382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314450"/>
            <a:ext cx="7429500" cy="381000"/>
          </a:xfrm>
          <a:prstGeom prst="rect">
            <a:avLst/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23825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72.5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9812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experts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57400"/>
            <a:ext cx="1434662" cy="381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77962" y="198120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14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27241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800350"/>
            <a:ext cx="1311691" cy="381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4991" y="272415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12.8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34671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MoE kernel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543300"/>
            <a:ext cx="1291196" cy="381000"/>
          </a:xfrm>
          <a:prstGeom prst="rect">
            <a:avLst/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4496" y="346710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12.6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2100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kernel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4286250"/>
            <a:ext cx="1024759" cy="381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8059" y="421005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49530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matvec kernel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5029200"/>
            <a:ext cx="922283" cy="381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5583" y="4953000"/>
            <a:ext cx="1333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9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ideas behind all four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1. split over 2 cores, no talking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75" y="1619250"/>
            <a:ext cx="2286000" cy="2095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71450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core 0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075" y="2381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1075" y="2762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1075" y="3143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67075" y="1619250"/>
            <a:ext cx="2286000" cy="2095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7075" y="171450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8075" y="2381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8075" y="2762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8075" y="3143250"/>
            <a:ext cx="1524000" cy="2667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39052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arrow between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2. few big transfers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15240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before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38925" y="190500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38925" y="211455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38925" y="232410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38925" y="253365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38925" y="274320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38925" y="295275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38925" y="316230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38925" y="3371850"/>
            <a:ext cx="1905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15425" y="15240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after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05925" y="2667000"/>
            <a:ext cx="2095500" cy="0"/>
          </a:xfrm>
          <a:prstGeom prst="line">
            <a:avLst/>
          </a:prstGeom>
          <a:ln w="1778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decode: all requests in one 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before: one request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842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after: one tile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75" y="161925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43075" y="180022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05075" y="161925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0075" y="209550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3075" y="227647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05075" y="209550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0075" y="257175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3075" y="275272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05075" y="257175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0075" y="304800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43075" y="322897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05075" y="304800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0075" y="352425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43075" y="370522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505075" y="352425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0075" y="400050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43075" y="418147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505075" y="400050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0075" y="447675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43075" y="465772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05075" y="447675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0075" y="4953000"/>
            <a:ext cx="1143000" cy="3619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43075" y="5133975"/>
            <a:ext cx="762000" cy="0"/>
          </a:xfrm>
          <a:prstGeom prst="line">
            <a:avLst/>
          </a:prstGeom>
          <a:ln w="190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505075" y="4953000"/>
            <a:ext cx="2857500" cy="3619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38925" y="1619250"/>
            <a:ext cx="1428750" cy="37147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r0 ... r7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67675" y="3476625"/>
            <a:ext cx="666750" cy="0"/>
          </a:xfrm>
          <a:prstGeom prst="line">
            <a:avLst/>
          </a:prstGeom>
          <a:ln w="1270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296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868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440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012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584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15675" y="16192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96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68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440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012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584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15675" y="20859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96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68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440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012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584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15675" y="25527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296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868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440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012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584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15675" y="30194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296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868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440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012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584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115675" y="348615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296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868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440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012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584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15675" y="395287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296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868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440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012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584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115675" y="4419600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296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868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440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012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6584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115675" y="4886325"/>
            <a:ext cx="419100" cy="42862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8425" y="552450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9.0 ms -&gt; 3.0 ms (Mamba2 part, 8 requests)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SSD prefill: one triangle per 128 tokens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600075" y="1905000"/>
            <a:ext cx="2095500" cy="2095500"/>
          </a:xfrm>
          <a:prstGeom prst="rtTriangle">
            <a:avLst/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75" y="409575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tokens 0-127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857500"/>
            <a:ext cx="571500" cy="0"/>
          </a:xfrm>
          <a:prstGeom prst="line">
            <a:avLst/>
          </a:prstGeom>
          <a:ln w="762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0" y="2428875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h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3362325" y="1905000"/>
            <a:ext cx="2095500" cy="2095500"/>
          </a:xfrm>
          <a:prstGeom prst="rtTriangle">
            <a:avLst/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2325" y="409575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tokens 128-255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05450" y="2857500"/>
            <a:ext cx="571500" cy="0"/>
          </a:xfrm>
          <a:prstGeom prst="line">
            <a:avLst/>
          </a:prstGeom>
          <a:ln w="762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05450" y="2428875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h</a:t>
            </a:r>
          </a:p>
        </p:txBody>
      </p:sp>
      <p:sp>
        <p:nvSpPr>
          <p:cNvPr id="11" name="Right Triangle 10"/>
          <p:cNvSpPr/>
          <p:nvPr/>
        </p:nvSpPr>
        <p:spPr>
          <a:xfrm>
            <a:off x="6124575" y="1905000"/>
            <a:ext cx="2095500" cy="2095500"/>
          </a:xfrm>
          <a:prstGeom prst="rtTriangle">
            <a:avLst/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4575" y="409575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tokens 256-383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67700" y="2857500"/>
            <a:ext cx="571500" cy="0"/>
          </a:xfrm>
          <a:prstGeom prst="line">
            <a:avLst/>
          </a:prstGeom>
          <a:ln w="762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67700" y="2428875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h</a:t>
            </a:r>
          </a:p>
        </p:txBody>
      </p:sp>
      <p:sp>
        <p:nvSpPr>
          <p:cNvPr id="15" name="Right Triangle 14"/>
          <p:cNvSpPr/>
          <p:nvPr/>
        </p:nvSpPr>
        <p:spPr>
          <a:xfrm>
            <a:off x="8886825" y="1905000"/>
            <a:ext cx="2095500" cy="2095500"/>
          </a:xfrm>
          <a:prstGeom prst="rtTriangle">
            <a:avLst/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6825" y="409575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tokens 384-511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4953000"/>
            <a:ext cx="1133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about 800 -&gt; 2,600 tokens/s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decode: move only the 6 chosen experts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91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382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73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764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95575" y="13335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146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337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28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19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910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01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92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483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74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86575" y="13335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00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91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82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57375" y="17526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764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955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146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337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28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19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910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01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292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483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74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86575" y="17526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00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91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382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573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64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955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146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337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52875" y="21717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719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910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101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292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483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674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6575" y="21717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00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91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382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573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4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955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146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337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528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719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910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01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92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483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674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86575" y="25908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00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91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382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573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764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955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146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37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528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719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910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2101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292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48375" y="30099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674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6575" y="30099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00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191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382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8573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764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955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146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5337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528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719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910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101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6292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483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674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86575" y="34290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00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191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4382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8573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2764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95575" y="38481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146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5337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9528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719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7910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2101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292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0483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674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886575" y="38481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00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191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382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8573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764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955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146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5337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52875" y="4267200"/>
            <a:ext cx="361950" cy="36195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3719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7910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2101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292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0483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674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886575" y="4267200"/>
            <a:ext cx="361950" cy="361950"/>
          </a:xfrm>
          <a:prstGeom prst="rect">
            <a:avLst/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639175" y="2381250"/>
            <a:ext cx="2762250" cy="15240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on-chip memory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057525" y="1514475"/>
            <a:ext cx="5581650" cy="115252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219325" y="1933575"/>
            <a:ext cx="6419850" cy="92392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314825" y="2352675"/>
            <a:ext cx="4324350" cy="69532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410325" y="3190875"/>
            <a:ext cx="2228850" cy="4762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57525" y="3429000"/>
            <a:ext cx="5581650" cy="60007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314825" y="3619500"/>
            <a:ext cx="4324350" cy="82867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00075" y="4857750"/>
            <a:ext cx="6667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128 experts, 6 used per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matvec: keep x in the engine, stream the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usual: reload weights, tiny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8425" y="104775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here: x stays, weights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66825" y="219075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6825" y="21907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2575" y="2762250"/>
            <a:ext cx="476250" cy="10477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2175" y="2762250"/>
            <a:ext cx="476250" cy="10477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1775" y="2762250"/>
            <a:ext cx="476250" cy="10477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1375" y="2762250"/>
            <a:ext cx="476250" cy="104775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6825" y="4286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load, compute 1 token, reload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5675" y="219075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5675" y="21907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6175" y="2857500"/>
            <a:ext cx="857250" cy="95250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9175" y="2857500"/>
            <a:ext cx="342900" cy="952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15425" y="2857500"/>
            <a:ext cx="342900" cy="952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91675" y="2857500"/>
            <a:ext cx="342900" cy="952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258425" y="3333750"/>
            <a:ext cx="1333500" cy="0"/>
          </a:xfrm>
          <a:prstGeom prst="line">
            <a:avLst/>
          </a:prstGeom>
          <a:ln w="1016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05675" y="4286250"/>
            <a:ext cx="4286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10.0 ms -&gt; 9.0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