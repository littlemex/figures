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4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module is built for one kernel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the running kernel.  Green: the module.  Yellow: what goes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4483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running kernel  6.8.0-1057-aws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75" y="2190750"/>
            <a:ext cx="50673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lustre.ko   vermagic 6.8.0-1057-aws ...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133725" y="1847850"/>
            <a:ext cx="0" cy="32385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33575" y="3028950"/>
            <a:ext cx="24003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4125" y="1143000"/>
            <a:ext cx="54483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running kernel  7.0.0-1012-aws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4625" y="2190750"/>
            <a:ext cx="50673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lustre.ko   vermagic 6.8.0-1057-aws ...  (example mismatch)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058275" y="1847850"/>
            <a:ext cx="0" cy="3238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58125" y="3028950"/>
            <a:ext cx="24003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refused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3810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packages in the repository: one per kernel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4191000"/>
            <a:ext cx="2095500" cy="4953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...-6.8.0-1024-aws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7475" y="4191000"/>
            <a:ext cx="2095500" cy="4953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5375" y="4191000"/>
            <a:ext cx="2095500" cy="4953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...-6.8.0-1055-aws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191000"/>
            <a:ext cx="2095500" cy="4953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...-6.8.0-1057-aws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1175" y="4191000"/>
            <a:ext cx="2095500" cy="4953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...-7.0.0-1012-aws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953000"/>
            <a:ext cx="11372850" cy="5334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not in the list: nothing to install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Five levels, each one picks the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Left: the level.  Right: who decides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609600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Ubuntu release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24.04 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6075" y="1066800"/>
            <a:ext cx="50863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choose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81075" y="1790700"/>
            <a:ext cx="38100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90575" y="2000250"/>
            <a:ext cx="609600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suite in the FSx repository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dists/noble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7075" y="2000250"/>
            <a:ext cx="47053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codename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62075" y="2724150"/>
            <a:ext cx="38100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71575" y="2933700"/>
            <a:ext cx="609600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series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6.8 / 6.14 / 6.17 / 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075" y="2933700"/>
            <a:ext cx="43243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Ubuntu's kernel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3075" y="3657600"/>
            <a:ext cx="38100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52575" y="3867150"/>
            <a:ext cx="609600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release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6.8.0-1057-aws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9075" y="3867150"/>
            <a:ext cx="39433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kernel update you applied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24075" y="4591050"/>
            <a:ext cx="38100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33575" y="4800600"/>
            <a:ext cx="609600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module package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lustre-client-modules-6.8.0-1057-aws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075" y="4800600"/>
            <a:ext cx="35623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whether AWS published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module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do it.  Blue: AWS or the OS does it.  Yellow: 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19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Pinned kernel + published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3619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 builds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5908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apt-mark hold the kernel;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raise it after AWS publishes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333375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updates wait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1066800"/>
            <a:ext cx="3619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Baked into a custom AMI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24000"/>
            <a:ext cx="361950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 build it once,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the image is made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0" y="25908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replace nodes to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33375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tools stay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 of the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825" y="1066800"/>
            <a:ext cx="3619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DKMS on the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4825" y="1524000"/>
            <a:ext cx="3619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host builds it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a kernel is installed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4825" y="25908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follows kernel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4825" y="333375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runs inside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kernel install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the DKMS build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packages and hooks.  Green: what you registered.  Yellow: the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1619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apt install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linux-aws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0" y="1238250"/>
            <a:ext cx="1428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dpkg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28825" y="1571625"/>
            <a:ext cx="4095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1500" y="1066800"/>
            <a:ext cx="36195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linux-image  -&gt;  /etc/kernel/postinst.d/dkms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1714500"/>
            <a:ext cx="36195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linux-headers  -&gt;  /etc/kernel/header_postinst.d/dkms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05250" y="1323975"/>
            <a:ext cx="438150" cy="1047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05250" y="1714500"/>
            <a:ext cx="438150" cy="2571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72500" y="1333500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dkms autoinstall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1323975"/>
            <a:ext cx="533400" cy="2000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001000" y="1714500"/>
            <a:ext cx="533400" cy="2571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82000" y="2381250"/>
            <a:ext cx="24765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headers for this kernel?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20250" y="1924050"/>
            <a:ext cx="0" cy="4191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3333750"/>
            <a:ext cx="2476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no: skip, log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500" y="3333750"/>
            <a:ext cx="2828925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yes: build registered source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239000" y="2971800"/>
            <a:ext cx="1619250" cy="3238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96500" y="2971800"/>
            <a:ext cx="19050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53500" y="4286250"/>
            <a:ext cx="2828925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result back to dpkg and apt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63200" y="392430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failed build fails the kernel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Yellow: where the failure travels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2476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DKMS build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057400"/>
            <a:ext cx="2476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 not ready for 7.0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05125" y="1666875"/>
            <a:ext cx="4000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24225" y="1333500"/>
            <a:ext cx="2476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run-parts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4225" y="2057400"/>
            <a:ext cx="2476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postinst.d/dkms exited 11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19775" y="1666875"/>
            <a:ext cx="4000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38875" y="1333500"/>
            <a:ext cx="2476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dpkg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8875" y="2057400"/>
            <a:ext cx="2476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error processing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linux-image-7.0.0-1012-aws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4425" y="1666875"/>
            <a:ext cx="4000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53525" y="1333500"/>
            <a:ext cx="2476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525" y="2057400"/>
            <a:ext cx="2476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exit code 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304800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package left half-configured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(dpkg --audit lists 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8425" y="304800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every later apt run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retries it and fails again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43575" y="3429000"/>
            <a:ext cx="666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191000"/>
            <a:ext cx="11372850" cy="6667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fix the cause or  dkms remove  the registration,  then  dpkg --configure -a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kernel the source cannot build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Three settings, three outcomes (dkms 3.0.11)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9575" y="10668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DKMS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0075" y="1066800"/>
            <a:ext cx="3562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you 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428750"/>
            <a:ext cx="36195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9575" y="142875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runs and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0075" y="1428750"/>
            <a:ext cx="35623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package fails; apt stuck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476500"/>
            <a:ext cx="36195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BUILD_EXCLUSIVE_KERNEL='^(6\.8|...)\.'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9575" y="247650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match: skipped (exit 77, ignored by autoinstall)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075" y="2476500"/>
            <a:ext cx="35623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apt fine; that kernel has no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524250"/>
            <a:ext cx="36195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/etc/dkms/no-autoinstall-errors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9575" y="352425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fails, reported as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075" y="3524250"/>
            <a:ext cx="35623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apt fine; failure invisible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46672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this article uses the second setting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Oldest observed package per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Last-Modified seen in the list fetched 2026-09-12.  Bar: from that date to the fetch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0750" y="1143000"/>
            <a:ext cx="0" cy="47625"/>
          </a:xfrm>
          <a:prstGeom prst="line">
            <a:avLst/>
          </a:prstGeom>
          <a:ln w="12700">
            <a:solidFill>
              <a:srgbClr val="464A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09750" y="9906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2023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79950" y="1143000"/>
            <a:ext cx="0" cy="47625"/>
          </a:xfrm>
          <a:prstGeom prst="line">
            <a:avLst/>
          </a:prstGeom>
          <a:ln w="12700">
            <a:solidFill>
              <a:srgbClr val="464A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8950" y="9906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2024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69150" y="1143000"/>
            <a:ext cx="0" cy="47625"/>
          </a:xfrm>
          <a:prstGeom prst="line">
            <a:avLst/>
          </a:prstGeom>
          <a:ln w="12700">
            <a:solidFill>
              <a:srgbClr val="464A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88150" y="9906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2025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58350" y="1143000"/>
            <a:ext cx="0" cy="47625"/>
          </a:xfrm>
          <a:prstGeom prst="line">
            <a:avLst/>
          </a:prstGeom>
          <a:ln w="12700">
            <a:solidFill>
              <a:srgbClr val="464A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77350" y="9906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1333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jammy 5.15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1900" y="1390650"/>
            <a:ext cx="8898890" cy="2667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9900" y="13335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17907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jammy 6.2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6233" y="1847850"/>
            <a:ext cx="6824557" cy="2667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4233" y="17907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22479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jammy 6.5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1240" y="2305050"/>
            <a:ext cx="5289550" cy="2667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2479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" y="27051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jammy 6.8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4283" y="2762250"/>
            <a:ext cx="4646507" cy="2667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2283" y="27051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575" y="31623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noble 6.8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08477" y="3219450"/>
            <a:ext cx="3692313" cy="26670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6477" y="31623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75" y="3619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noble 6.14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3820" y="3676650"/>
            <a:ext cx="2426970" cy="26670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820" y="36195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" y="40767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noble 6.17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21358" y="4133850"/>
            <a:ext cx="1379432" cy="26670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9358" y="40767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575" y="45339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noble 7.0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80047" y="4591050"/>
            <a:ext cx="95250" cy="26670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8047" y="45339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575" y="51244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number left of a bar: packages in the list.   not in the list: jammy 5.19, noble 6.11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lustre_installer.sh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checks and setup.  Green: the mode you chose.  Yellow: stops with a hint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477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check arguments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38325" y="15240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9575" y="16573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Ubuntu?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9500" y="1657350"/>
            <a:ext cx="38100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no: point to the Amazon Linux 2023 steps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67075" y="1895475"/>
            <a:ext cx="31432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38325" y="21336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9575" y="22669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take the lock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38325" y="27432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28765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suite exists?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9500" y="2876550"/>
            <a:ext cx="38100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no: point to an existing suite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67075" y="3114675"/>
            <a:ext cx="31432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38325" y="33528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9575" y="34861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verify key fingerprint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38325" y="39624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0957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add the repository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38325" y="4572000"/>
            <a:ext cx="0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9575" y="4705350"/>
            <a:ext cx="28575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install lustre-client-utils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857500"/>
            <a:ext cx="3781425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build:  build the source, install a deb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267075" y="3162300"/>
            <a:ext cx="4695825" cy="1781175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86950" y="3467100"/>
            <a:ext cx="0" cy="15240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01000" y="3619500"/>
            <a:ext cx="3781425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dkms:  derive series, register with DKMS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7075" y="3924300"/>
            <a:ext cx="4695825" cy="1019175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86950" y="4229100"/>
            <a:ext cx="0" cy="7620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01000" y="4381500"/>
            <a:ext cx="3781425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binary:  install the published module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267075" y="4686300"/>
            <a:ext cx="4695825" cy="257175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86950" y="4991100"/>
            <a:ext cx="0" cy="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39325" y="4991100"/>
            <a:ext cx="95250" cy="95250"/>
          </a:xfrm>
          <a:prstGeom prst="ellipse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886950" y="5038725"/>
            <a:ext cx="0" cy="276225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01000" y="5334000"/>
            <a:ext cx="1809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72675" y="5334000"/>
            <a:ext cx="1809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print a summary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10750" y="5572125"/>
            <a:ext cx="1238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10750" y="5572125"/>
            <a:ext cx="1238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Widening the policy only helps kernels installed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built automatically.  Yellow: reported by name; build it with --kernel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3619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--refresh-policy  adds 7.0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750" y="1333500"/>
            <a:ext cx="3619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7.0 kernel installed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9075" y="1666875"/>
            <a:ext cx="4095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72500" y="1333500"/>
            <a:ext cx="3209925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module built at install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96250" y="1666875"/>
            <a:ext cx="4381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575" y="3238500"/>
            <a:ext cx="3619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7.0 kernel installed (skipped)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6750" y="3238500"/>
            <a:ext cx="3619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--refresh-policy  adds 7.0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9075" y="3571875"/>
            <a:ext cx="4095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72500" y="3238500"/>
            <a:ext cx="3209925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rebuild; reported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6250" y="3571875"/>
            <a:ext cx="4381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Baking an AMI in two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Packer runs Ansible twice.  Green: stages.  Yellow: the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0955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parent 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71750" y="2000250"/>
            <a:ext cx="2190750" cy="952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pin the kernel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series?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4075" y="2476500"/>
            <a:ext cx="4095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34000" y="104775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stage 1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pin the series, reboot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0" y="30480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stage 2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for the running kernel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762500" y="1524000"/>
            <a:ext cx="533400" cy="762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0" y="15240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2500" y="2667000"/>
            <a:ext cx="533400" cy="762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31432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2750" y="1924050"/>
            <a:ext cx="0" cy="1085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53500" y="3048000"/>
            <a:ext cx="1905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AMI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91500" y="3476625"/>
            <a:ext cx="723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9575" y="44767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reboot: proves the module loads on the kernel the image will boot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