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4490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41B3FF"/>
                </a:solidFill>
                <a:latin typeface="Amazon Ember"/>
                <a:ea typeface="メイリオ"/>
                <a:cs typeface="メイリオ"/>
              </a:rPr>
              <a:t>RELAY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476250"/>
            <a:ext cx="11449050" cy="484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50" b="1">
                <a:solidFill>
                  <a:srgbClr val="FFFFFF"/>
                </a:solidFill>
                <a:latin typeface="Amazon Ember"/>
                <a:ea typeface="メイリオ"/>
                <a:cs typeface="メイリオ"/>
              </a:rPr>
              <a:t>中継サーバーの全体像: Entra ID に足りない部分を取り次ぐ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575" y="1017588"/>
            <a:ext cx="11449050" cy="9525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9575" y="1257300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6E727A"/>
          </a:solidFill>
          <a:ln w="12700">
            <a:solidFill>
              <a:srgbClr val="6E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7225" y="12001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他社の製品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5950" y="1257300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33600" y="12001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AWS が提供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86175" y="1257300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3825" y="12001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自社で作る中継サーバー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4100" y="1257300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FBD332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1750" y="1200150"/>
            <a:ext cx="326707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Entra ID だけでは足りない部分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3181350"/>
            <a:ext cx="1905000" cy="914400"/>
          </a:xfrm>
          <a:prstGeom prst="roundRect">
            <a:avLst>
              <a:gd name="adj" fmla="val 12000"/>
            </a:avLst>
          </a:prstGeom>
          <a:solidFill>
            <a:srgbClr val="343840"/>
          </a:solidFill>
          <a:ln w="19050">
            <a:solidFill>
              <a:srgbClr val="6E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AI エージェント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76575" y="1562100"/>
            <a:ext cx="4953000" cy="4362450"/>
          </a:xfrm>
          <a:prstGeom prst="roundRect">
            <a:avLst>
              <a:gd name="adj" fmla="val 3000"/>
            </a:avLst>
          </a:prstGeom>
          <a:solidFill>
            <a:srgbClr val="161A1E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7075" y="1619250"/>
            <a:ext cx="457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24A046"/>
                </a:solidFill>
                <a:latin typeface="Amazon Ember"/>
                <a:ea typeface="メイリオ"/>
                <a:cs typeface="メイリオ"/>
              </a:rPr>
              <a:t>中継サーバー: API Gateway + Lambda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28975" y="1962150"/>
            <a:ext cx="1428750" cy="5715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 案内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33925" y="1962150"/>
            <a:ext cx="3143250" cy="57150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905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自分を認可サーバーとして案内する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8975" y="2609850"/>
            <a:ext cx="1428750" cy="5715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2. 登録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33925" y="2609850"/>
            <a:ext cx="3143250" cy="57150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905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前もって登録した client ID を返す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28975" y="3257550"/>
            <a:ext cx="1428750" cy="5715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3. サインイン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33925" y="3257550"/>
            <a:ext cx="3143250" cy="57150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905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宛先の指定を外し、Gateway 用の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権限を足し、戻り先を自分に替える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28975" y="3905250"/>
            <a:ext cx="1428750" cy="5715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4. 戻り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33925" y="3905250"/>
            <a:ext cx="3143250" cy="57150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905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Entra ID からの戻りを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AI エージェントに返す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28975" y="4552950"/>
            <a:ext cx="1428750" cy="5715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5. トークン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3925" y="4552950"/>
            <a:ext cx="3143250" cy="57150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905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Entra ID でトークンに引き換える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8975" y="5200650"/>
            <a:ext cx="1428750" cy="5715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6. MCP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33925" y="5200650"/>
            <a:ext cx="3143250" cy="57150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905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呼び出しを Gateway へ渡す</a:t>
            </a:r>
          </a:p>
        </p:txBody>
      </p:sp>
      <p:cxnSp>
        <p:nvCxnSpPr>
          <p:cNvPr id="28" name="Connector 27"/>
          <p:cNvCxnSpPr>
            <a:stCxn id="13" idx="3"/>
            <a:endCxn id="16" idx="1"/>
          </p:cNvCxnSpPr>
          <p:nvPr/>
        </p:nvCxnSpPr>
        <p:spPr>
          <a:xfrm flipV="1">
            <a:off x="2314575" y="2247900"/>
            <a:ext cx="914400" cy="13906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3" idx="3"/>
            <a:endCxn id="26" idx="1"/>
          </p:cNvCxnSpPr>
          <p:nvPr/>
        </p:nvCxnSpPr>
        <p:spPr>
          <a:xfrm>
            <a:off x="2314575" y="3638550"/>
            <a:ext cx="914400" cy="1847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4825" y="2705100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接続先は中継サーバー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943100"/>
            <a:ext cx="2800350" cy="762000"/>
          </a:xfrm>
          <a:prstGeom prst="roundRect">
            <a:avLst>
              <a:gd name="adj" fmla="val 12000"/>
            </a:avLst>
          </a:prstGeom>
          <a:solidFill>
            <a:srgbClr val="343840"/>
          </a:solidFill>
          <a:ln w="19050">
            <a:solidFill>
              <a:srgbClr val="6E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Entra 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2075" y="2819400"/>
            <a:ext cx="2800350" cy="1428750"/>
          </a:xfrm>
          <a:prstGeom prst="roundRect">
            <a:avLst>
              <a:gd name="adj" fmla="val 12000"/>
            </a:avLst>
          </a:prstGeom>
          <a:solidFill>
            <a:srgbClr val="50420E"/>
          </a:solidFill>
          <a:ln w="1905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Entra ID だけでは足りない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・自動登録を受け付けない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・宛先の指定を受け付けない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・戻り先は前もって登録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82075" y="5162550"/>
            <a:ext cx="2800350" cy="7620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AgentCore Gateway</a:t>
            </a:r>
          </a:p>
        </p:txBody>
      </p:sp>
      <p:cxnSp>
        <p:nvCxnSpPr>
          <p:cNvPr id="34" name="Connector 33"/>
          <p:cNvCxnSpPr>
            <a:stCxn id="21" idx="3"/>
            <a:endCxn id="31" idx="1"/>
          </p:cNvCxnSpPr>
          <p:nvPr/>
        </p:nvCxnSpPr>
        <p:spPr>
          <a:xfrm flipV="1">
            <a:off x="7877175" y="2324100"/>
            <a:ext cx="1104900" cy="1219200"/>
          </a:xfrm>
          <a:prstGeom prst="line">
            <a:avLst/>
          </a:prstGeom>
          <a:ln w="2540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23" idx="3"/>
            <a:endCxn id="31" idx="1"/>
          </p:cNvCxnSpPr>
          <p:nvPr/>
        </p:nvCxnSpPr>
        <p:spPr>
          <a:xfrm flipV="1">
            <a:off x="7877175" y="2324100"/>
            <a:ext cx="1104900" cy="1866900"/>
          </a:xfrm>
          <a:prstGeom prst="line">
            <a:avLst/>
          </a:prstGeom>
          <a:ln w="19050">
            <a:solidFill>
              <a:srgbClr val="24A04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25" idx="3"/>
            <a:endCxn id="31" idx="1"/>
          </p:cNvCxnSpPr>
          <p:nvPr/>
        </p:nvCxnSpPr>
        <p:spPr>
          <a:xfrm flipV="1">
            <a:off x="7877175" y="2324100"/>
            <a:ext cx="1104900" cy="2514600"/>
          </a:xfrm>
          <a:prstGeom prst="line">
            <a:avLst/>
          </a:prstGeom>
          <a:ln w="2540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27" idx="3"/>
            <a:endCxn id="33" idx="1"/>
          </p:cNvCxnSpPr>
          <p:nvPr/>
        </p:nvCxnSpPr>
        <p:spPr>
          <a:xfrm>
            <a:off x="7877175" y="5486400"/>
            <a:ext cx="1104900" cy="57150"/>
          </a:xfrm>
          <a:prstGeom prst="line">
            <a:avLst/>
          </a:prstGeom>
          <a:ln w="317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