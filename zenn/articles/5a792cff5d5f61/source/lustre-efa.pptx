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stacks share only the RDMA core, efa.ko and the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Lustre client in the kernel.  Green: EFA path.  Yellow: TCP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99060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Training job (user space)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990600"/>
            <a:ext cx="56864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Lustre client (kernel)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333500"/>
            <a:ext cx="4953000" cy="4762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962150"/>
            <a:ext cx="4953000" cy="4762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aws-ofi-nccl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2590800"/>
            <a:ext cx="4953000" cy="4762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(efa provider)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3219450"/>
            <a:ext cx="4953000" cy="4762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rdma-core (user verbs)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6075" y="18097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6075" y="24384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86075" y="30670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96000" y="1333500"/>
            <a:ext cx="5686425" cy="4762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llite (VFS)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0" y="1962150"/>
            <a:ext cx="5686425" cy="4762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osc / mdc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590800"/>
            <a:ext cx="5686425" cy="4762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ptlrpc (RPC, import)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219450"/>
            <a:ext cx="5686425" cy="4762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LNet: select, health, discovery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34450" y="18097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34450" y="243840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34450" y="30670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96000" y="4171950"/>
            <a:ext cx="3333750" cy="66675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kefalnd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kernel verbs, SRD QP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20250" y="4171950"/>
            <a:ext cx="2162175" cy="6667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ksocklnd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 sockets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62875" y="3695700"/>
            <a:ext cx="0" cy="4762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96575" y="3695700"/>
            <a:ext cx="0" cy="4762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86075" y="3695700"/>
            <a:ext cx="0" cy="13525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62875" y="4838700"/>
            <a:ext cx="0" cy="20955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9575" y="5048250"/>
            <a:ext cx="9020175" cy="5334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ib_core + efa.ko  -&gt;  EFA device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20250" y="5048250"/>
            <a:ext cx="2162175" cy="53340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96575" y="4838700"/>
            <a:ext cx="0" cy="2095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96000" y="5867400"/>
            <a:ext cx="5686425" cy="2857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24A0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OSS: 1.20.0.248@efa + 10.0.1.20@tcp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6210300"/>
            <a:ext cx="5686425" cy="2857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MGS / MDS: 10.0.1.40@tcp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" y="5867400"/>
            <a:ext cx="5524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test file system: OSS reached over EFA and TCP,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MGS / MDS over TCP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kefalnd opens a connection through TCP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run, client debug log: 3.0 ms from first send to ACTIVE.  Yellow: TCP.  Green: EFA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1750" y="9144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2.30.0.248@efa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10.0.2.30@tcp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9144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OSS 1.20.0.248@efa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10.0.1.20@tcp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500" y="1333500"/>
            <a:ext cx="9525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000500" y="1333500"/>
            <a:ext cx="0" cy="5238750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25000" y="1333500"/>
            <a:ext cx="0" cy="5238750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00500" y="1619250"/>
            <a:ext cx="5524500" cy="171450"/>
          </a:xfrm>
          <a:prstGeom prst="line">
            <a:avLst/>
          </a:prstGeom>
          <a:ln w="28575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81500" y="13716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LNet ping to 10.0.1.20@tcp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000500" y="2047875"/>
            <a:ext cx="5524500" cy="171450"/>
          </a:xfrm>
          <a:prstGeom prst="line">
            <a:avLst/>
          </a:prstGeom>
          <a:ln w="28575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1500" y="18002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reply: GID + CM QP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00500" y="2857500"/>
            <a:ext cx="5524500" cy="171450"/>
          </a:xfrm>
          <a:prstGeom prst="line">
            <a:avLst/>
          </a:prstGeom>
          <a:ln w="2857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1500" y="26098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CONN_PROBE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000500" y="3286125"/>
            <a:ext cx="5524500" cy="171450"/>
          </a:xfrm>
          <a:prstGeom prst="line">
            <a:avLst/>
          </a:prstGeom>
          <a:ln w="2857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1500" y="30384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PROBE_RESP: epoch, caps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00500" y="4095750"/>
            <a:ext cx="5524500" cy="171450"/>
          </a:xfrm>
          <a:prstGeom prst="line">
            <a:avLst/>
          </a:prstGeom>
          <a:ln w="2857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81500" y="38481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CONN_REQ: data QPs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000500" y="4524375"/>
            <a:ext cx="5524500" cy="171450"/>
          </a:xfrm>
          <a:prstGeom prst="line">
            <a:avLst/>
          </a:prstGeom>
          <a:ln w="28575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1500" y="42767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CONN_REQ_ACK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00500" y="5334000"/>
            <a:ext cx="5524500" cy="17145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1500" y="5086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first LNet 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7875" y="535305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PUT done +3.5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1428750"/>
            <a:ext cx="2190750" cy="76200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PROBE_TCP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7950" y="142875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+0.0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575" y="2667000"/>
            <a:ext cx="2190750" cy="952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PROBE_EFA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7950" y="2667000"/>
            <a:ext cx="1047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+0.7 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575" y="3905250"/>
            <a:ext cx="2190750" cy="952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ESTABLISH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7950" y="3905250"/>
            <a:ext cx="1047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+2.5 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575" y="5143500"/>
            <a:ext cx="21907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47950" y="5143500"/>
            <a:ext cx="1047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+3.0 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575" y="5953125"/>
            <a:ext cx="11372850" cy="4762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OSS opens its own connection back (one per direction)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Bulk data moves only as RDMA READ by the receiver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Lustre bulk read = OSS PUT to client.  Lustre bulk write = OSS GET from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990600"/>
            <a:ext cx="5543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reads 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333500"/>
            <a:ext cx="5543550" cy="4000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14097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8625" y="14097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62075" y="1695450"/>
            <a:ext cx="0" cy="3495675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00625" y="1695450"/>
            <a:ext cx="0" cy="3495675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8875" y="990600"/>
            <a:ext cx="5543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writes a file (from code)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875" y="1333500"/>
            <a:ext cx="5543550" cy="4000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375" y="14097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67925" y="1409700"/>
            <a:ext cx="1524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91375" y="1695450"/>
            <a:ext cx="0" cy="3495675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829925" y="1695450"/>
            <a:ext cx="0" cy="3495675"/>
          </a:xfrm>
          <a:prstGeom prst="line">
            <a:avLst/>
          </a:prstGeom>
          <a:ln w="19050">
            <a:solidFill>
              <a:srgbClr val="464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62075" y="2047875"/>
            <a:ext cx="3638550" cy="1714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57325" y="177165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PUTR_REQ: addr, key, size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62075" y="2762250"/>
            <a:ext cx="3638550" cy="0"/>
          </a:xfrm>
          <a:prstGeom prst="line">
            <a:avLst/>
          </a:prstGeom>
          <a:ln w="25400">
            <a:solidFill>
              <a:srgbClr val="3BD16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57325" y="249555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RDMA READ request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62075" y="314325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362075" y="323850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362075" y="333375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57325" y="3762375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data, about 1 MiB per read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62075" y="4333875"/>
            <a:ext cx="3638550" cy="1714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457325" y="405765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PUTR_DONE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191375" y="1905000"/>
            <a:ext cx="3638550" cy="1714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86625" y="163830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GETR_REQ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91375" y="2495550"/>
            <a:ext cx="3638550" cy="1714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86625" y="222885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GETR_ACK: addr, key, size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91375" y="3143250"/>
            <a:ext cx="3638550" cy="0"/>
          </a:xfrm>
          <a:prstGeom prst="line">
            <a:avLst/>
          </a:prstGeom>
          <a:ln w="25400">
            <a:solidFill>
              <a:srgbClr val="3BD16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86625" y="287655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RDMA READ request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91375" y="352425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91375" y="361950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91375" y="3714750"/>
            <a:ext cx="3638550" cy="28575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86625" y="407670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data, RDMA READ by the OSS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191375" y="4762500"/>
            <a:ext cx="3638550" cy="1714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86625" y="4495800"/>
            <a:ext cx="3448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GETR_DONE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9575" y="5505450"/>
            <a:ext cx="2705100" cy="10668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9575" y="5562600"/>
            <a:ext cx="2705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80 GiB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575" y="59436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rdma_read_bytes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575" y="62103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= file data read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5650" y="5505450"/>
            <a:ext cx="2705100" cy="10668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5650" y="5562600"/>
            <a:ext cx="2705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81,921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5650" y="59436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rdma_read_wrs (total)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5650" y="62103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bytes / reads = about 1 MiB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725" y="5505450"/>
            <a:ext cx="2705100" cy="10668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725" y="5562600"/>
            <a:ext cx="2705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725" y="59436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rdma_write_wrs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725" y="62103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RDMA WRITE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67800" y="5505450"/>
            <a:ext cx="2705100" cy="10668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67800" y="5562600"/>
            <a:ext cx="2705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8,900 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7800" y="59436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header + payload up to this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7800" y="6210300"/>
            <a:ext cx="27051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IMMEDIATE over EFA, no RDMA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client keeps choosing a path it cannot receive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Fault injected on the client LNet input.  Yellow: the fault.  Blue: what the client log showed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6750" y="1066800"/>
            <a:ext cx="3238500" cy="87630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LNet drops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everything from @efa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58250" y="2857500"/>
            <a:ext cx="285750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 peer health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stays 1000 (tcp, efa)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7250" y="4953000"/>
            <a:ext cx="285750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ptlrpc reconnects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10.0.1.20@tcp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" y="2857500"/>
            <a:ext cx="2857500" cy="87630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LNet picks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1.20.0.248@efa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15250" y="1504950"/>
            <a:ext cx="2571750" cy="135255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524750" y="3733800"/>
            <a:ext cx="2762250" cy="165735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1905000" y="3733800"/>
            <a:ext cx="2762250" cy="165735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05000" y="1504950"/>
            <a:ext cx="2571750" cy="1352550"/>
          </a:xfrm>
          <a:prstGeom prst="line">
            <a:avLst/>
          </a:prstGeom>
          <a:ln w="2857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000" y="1428750"/>
            <a:ext cx="3143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messages from OSS arrive over @efa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0" y="2571750"/>
            <a:ext cx="4000500" cy="15240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stalled while the rule was in: ~890 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 tx +0.3 MB (10 s to 400 s)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retry ~35 -&gt; 40 -&gt; 45 s, then 56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client, same file system: TCP vs EFA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c7gn.16xlarge, 4,800 GiB at 1000 MB/s/TiB, 1 OST, fio 4 MiB direct I/O, MB/s = 10^6 B/s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33500" y="6096000"/>
            <a:ext cx="10448925" cy="0"/>
          </a:xfrm>
          <a:prstGeom prst="line">
            <a:avLst/>
          </a:prstGeom>
          <a:ln w="9525">
            <a:solidFill>
              <a:srgbClr val="343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09575" y="598170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33500" y="4572000"/>
            <a:ext cx="10448925" cy="0"/>
          </a:xfrm>
          <a:prstGeom prst="line">
            <a:avLst/>
          </a:prstGeom>
          <a:ln w="9525">
            <a:solidFill>
              <a:srgbClr val="343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9575" y="445770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3,000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33500" y="3048000"/>
            <a:ext cx="10448925" cy="0"/>
          </a:xfrm>
          <a:prstGeom prst="line">
            <a:avLst/>
          </a:prstGeom>
          <a:ln w="9525">
            <a:solidFill>
              <a:srgbClr val="343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575" y="293370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6,000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33500" y="1524000"/>
            <a:ext cx="10448925" cy="0"/>
          </a:xfrm>
          <a:prstGeom prst="line">
            <a:avLst/>
          </a:prstGeom>
          <a:ln w="9525">
            <a:solidFill>
              <a:srgbClr val="343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9575" y="1409700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9,000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1143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MB/s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500" y="5781040"/>
            <a:ext cx="800100" cy="314960"/>
          </a:xfrm>
          <a:prstGeom prst="rect">
            <a:avLst/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4500" y="5819140"/>
            <a:ext cx="800100" cy="23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3263392"/>
            <a:ext cx="800100" cy="2832608"/>
          </a:xfrm>
          <a:prstGeom prst="rect">
            <a:avLst/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6500" y="2977642"/>
            <a:ext cx="11811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5,576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6362700"/>
            <a:ext cx="2133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file, write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6250" y="5781040"/>
            <a:ext cx="800100" cy="314960"/>
          </a:xfrm>
          <a:prstGeom prst="rect">
            <a:avLst/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6250" y="5819140"/>
            <a:ext cx="800100" cy="23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0" y="1973580"/>
            <a:ext cx="800100" cy="4122420"/>
          </a:xfrm>
          <a:prstGeom prst="rect">
            <a:avLst/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8250" y="1687830"/>
            <a:ext cx="11811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8,115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875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0" y="6362700"/>
            <a:ext cx="2133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file, 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781040"/>
            <a:ext cx="800100" cy="314960"/>
          </a:xfrm>
          <a:prstGeom prst="rect">
            <a:avLst/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819140"/>
            <a:ext cx="800100" cy="23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0500" y="3671824"/>
            <a:ext cx="800100" cy="2424176"/>
          </a:xfrm>
          <a:prstGeom prst="rect">
            <a:avLst/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0" y="3176524"/>
            <a:ext cx="11811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4,772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50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0" y="6362700"/>
            <a:ext cx="2133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files, write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9750" y="5781040"/>
            <a:ext cx="800100" cy="314960"/>
          </a:xfrm>
          <a:prstGeom prst="rect">
            <a:avLst/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9750" y="5819140"/>
            <a:ext cx="800100" cy="23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975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82250" y="2419096"/>
            <a:ext cx="800100" cy="3676904"/>
          </a:xfrm>
          <a:prstGeom prst="rect">
            <a:avLst/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1750" y="2133346"/>
            <a:ext cx="11811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7,238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2250" y="61341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9250" y="6362700"/>
            <a:ext cx="21336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files, read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333500" y="5778500"/>
            <a:ext cx="10448925" cy="0"/>
          </a:xfrm>
          <a:prstGeom prst="line">
            <a:avLst/>
          </a:prstGeom>
          <a:ln w="19050">
            <a:solidFill>
              <a:srgbClr val="FBD3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57500" y="1257300"/>
            <a:ext cx="381000" cy="0"/>
          </a:xfrm>
          <a:prstGeom prst="line">
            <a:avLst/>
          </a:prstGeom>
          <a:ln w="19050">
            <a:solidFill>
              <a:srgbClr val="FBD3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333750" y="11430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dashed: 5 Gbps per client-OSS pair = 625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33500" y="3714496"/>
            <a:ext cx="10448925" cy="0"/>
          </a:xfrm>
          <a:prstGeom prst="line">
            <a:avLst/>
          </a:prstGeom>
          <a:ln w="19050">
            <a:solidFill>
              <a:srgbClr val="96969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810500" y="1257300"/>
            <a:ext cx="381000" cy="0"/>
          </a:xfrm>
          <a:prstGeom prst="line">
            <a:avLst/>
          </a:prstGeom>
          <a:ln w="19050">
            <a:solidFill>
              <a:srgbClr val="96969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86750" y="11430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dotted: provisioned 4,688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small EFA NID is built from the IP and the PCI 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kefalnd_create_efa_nid. OSS NID seen from the client; bus and devfn inferred from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43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TCP NID   10.0.1.20@tcp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619250"/>
            <a:ext cx="2762250" cy="6667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10.0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7075" y="1619250"/>
            <a:ext cx="2762250" cy="6667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2333625"/>
            <a:ext cx="5619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IPv4: upper 16 bits dropped, lower 16 bits kept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48200" y="2286000"/>
            <a:ext cx="0" cy="11430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67500" y="1619250"/>
            <a:ext cx="51149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 PCI address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2000250"/>
            <a:ext cx="2381250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bus 0x00 (inferred)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9250" y="2000250"/>
            <a:ext cx="2543175" cy="5715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devfn 0xf8 (inferred)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58125" y="2571750"/>
            <a:ext cx="0" cy="8572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06075" y="2571750"/>
            <a:ext cx="0" cy="8572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31432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NID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7075" y="3524250"/>
            <a:ext cx="2762250" cy="76200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500" y="3524250"/>
            <a:ext cx="2381250" cy="7620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9250" y="3524250"/>
            <a:ext cx="2543175" cy="7620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7075" y="4381500"/>
            <a:ext cx="85153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 1.20.0.248@efa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5143500"/>
            <a:ext cx="11372850" cy="11430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TCP NID = my IP upper 16 bits + peer EFA NID upper 16 bits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unique only inside one /16;  changes if the device moves to another PCI slot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talks to whom in Lustre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client layers.  White: small requests (RPC).  Green: file data (bulk)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9906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33350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03835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llite (file system)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19325" y="192405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9575" y="274320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mdc / osc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9325" y="262890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9575" y="344805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ptlrpc (RPC, reconnect)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9325" y="333375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415290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LNet (address, path choice)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19325" y="403860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4857750"/>
            <a:ext cx="3619500" cy="5905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LND (kefalnd / ksocklnd)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9325" y="4743450"/>
            <a:ext cx="0" cy="1143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39000" y="1238250"/>
            <a:ext cx="4543425" cy="10477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MGS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configuration at 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9000" y="2571750"/>
            <a:ext cx="4543425" cy="123825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MDS + MDT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open, names, layout, metadata 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9000" y="4095750"/>
            <a:ext cx="4543425" cy="20955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0" y="4191000"/>
            <a:ext cx="454342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OSS + OST: read / write, extent locks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4750" y="4667250"/>
            <a:ext cx="1143000" cy="6667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OST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500" y="4667250"/>
            <a:ext cx="1143000" cy="6667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OST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82250" y="4667250"/>
            <a:ext cx="1143000" cy="6667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OST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0" y="5524500"/>
            <a:ext cx="454342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file contents, striped over OSTs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029075" y="1762125"/>
            <a:ext cx="3209925" cy="320992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029075" y="3190875"/>
            <a:ext cx="3209925" cy="1857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029075" y="4762500"/>
            <a:ext cx="3209925" cy="3619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4029075" y="5257800"/>
            <a:ext cx="3209925" cy="314325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4029075" y="5353050"/>
            <a:ext cx="3209925" cy="314325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29075" y="5353050"/>
            <a:ext cx="3209925" cy="600075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29075" y="5448300"/>
            <a:ext cx="3209925" cy="600075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95750" y="6191250"/>
            <a:ext cx="3143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file data (bulk): read and 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