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 architecture, generation by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 tags: added in that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7160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Trn1  |  NeuronCore-v2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38300"/>
            <a:ext cx="3429000" cy="2095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3875" y="1752600"/>
            <a:ext cx="320040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32 GiB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2133600"/>
            <a:ext cx="1562100" cy="9525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175" y="2133600"/>
            <a:ext cx="1562100" cy="9525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875" y="3200400"/>
            <a:ext cx="1812036" cy="4191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NeuronLink-v2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2111" y="3200400"/>
            <a:ext cx="1312164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 CC-Cores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38481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engines per 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41719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GPSIMD custom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" y="44958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Dynamic 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48196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Stochastic rounding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575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575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4425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4425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38275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0575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0575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4425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4425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38275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0575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14425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9125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8275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125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8275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125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38275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050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050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900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4900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28750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28750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485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870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5255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4850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8700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52550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485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870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5255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76475" y="537210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trn1.32xlarge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16-chip 2D torus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9600" y="10668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9600" y="137160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  |  NeuronCore-v3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9600" y="1638300"/>
            <a:ext cx="3429000" cy="2095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3390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5305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9135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3390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5305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9135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3390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5305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9135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0532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32447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14362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96277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33900" y="3200400"/>
            <a:ext cx="1812036" cy="4191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NeuronLink-v3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2136" y="3200400"/>
            <a:ext cx="1312164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CC-Cores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19600" y="38481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cores per chip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19600" y="41719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Logical NeuronCore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19600" y="44958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Structured sparsity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19600" y="48196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cFP8 exponent bias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800600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800600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124450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124450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448300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00600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800600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124450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124450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48300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00600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124450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629150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448300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29150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448300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29150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48300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91075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91075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14925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114925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38775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38775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714875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038725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362575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14875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038725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362575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714875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038725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362575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86500" y="537210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16-chip torus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64 / UltraServer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29625" y="10668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29625" y="137160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Trn3  |  NeuronCore-v4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429625" y="1638300"/>
            <a:ext cx="3429000" cy="2095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543925" y="1752600"/>
            <a:ext cx="320040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144 GiB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54392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6307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18222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00137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54392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36307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18222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100137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543925" y="3200400"/>
            <a:ext cx="1812036" cy="4191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NeuronLink-v4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432161" y="3200400"/>
            <a:ext cx="1312164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CC-Cores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429625" y="38481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MXFP8 / MXFP4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429625" y="41719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Near-memory accumulation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429625" y="44958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Fast exp on Vector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429625" y="48196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NeuronSwitch-v1</a:t>
            </a:r>
          </a:p>
        </p:txBody>
      </p:sp>
      <p:cxnSp>
        <p:nvCxnSpPr>
          <p:cNvPr id="127" name="Connector 126"/>
          <p:cNvCxnSpPr/>
          <p:nvPr/>
        </p:nvCxnSpPr>
        <p:spPr>
          <a:xfrm flipH="1" flipV="1">
            <a:off x="8810625" y="539115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458325" y="5334000"/>
            <a:ext cx="0" cy="3810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458325" y="539115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8810625" y="571500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458325" y="5715000"/>
            <a:ext cx="0" cy="3810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458325" y="571500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9210675" y="5591175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SW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72490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372600" y="5248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02030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72490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372600" y="6010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02030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96525" y="537210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UltraServer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Gen1: 64 chips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Gen2: 144 chips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3933825" y="2686050"/>
            <a:ext cx="390525" cy="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943850" y="2686050"/>
            <a:ext cx="390525" cy="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Logical NeuronCore (LNC) on Trainium2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 physical cores per chip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239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LNC =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38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96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38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573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715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73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31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573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908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050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765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08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66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908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243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8385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23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43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101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243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578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720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58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435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" y="409575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logical cores per chip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575" y="4762500"/>
            <a:ext cx="54483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trn2.48xlarge: 128 cores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11239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LNC = 2  (default)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34125" y="152400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84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341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84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818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0961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819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676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7819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153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4296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343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7343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154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4011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1154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0488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7631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678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678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489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7346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04489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3823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10966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013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4013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34125" y="409575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logical cores per chip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34125" y="4762500"/>
            <a:ext cx="54483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trn2.48xlarge: 64 cores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9575" y="5334000"/>
            <a:ext cx="11372850" cy="514350"/>
          </a:xfrm>
          <a:prstGeom prst="roundRect">
            <a:avLst>
              <a:gd name="adj" fmla="val 20000"/>
            </a:avLst>
          </a:prstGeom>
          <a:solidFill>
            <a:srgbClr val="101418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Runtime setting   =   Compiler setting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Near-memory accumulation on NeuronCore-v4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Adding incoming B into A in SRAM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287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Generic: copy, then add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600200"/>
            <a:ext cx="1619250" cy="1143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Source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5575" y="18859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8825" y="2171700"/>
            <a:ext cx="6667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05325" y="1466850"/>
            <a:ext cx="4762500" cy="140970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9625" y="1524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075" y="1809750"/>
            <a:ext cx="1428750" cy="666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 (copy)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3325" y="1809750"/>
            <a:ext cx="1428750" cy="666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91075" y="3048000"/>
            <a:ext cx="4191000" cy="4953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Engine:  A +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8575" y="2143125"/>
            <a:ext cx="95250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05450" y="2476500"/>
            <a:ext cx="0" cy="571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81950" y="2476500"/>
            <a:ext cx="0" cy="571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553450" y="2476500"/>
            <a:ext cx="0" cy="571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81475" y="177165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657850" y="262890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8134350" y="262890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8705850" y="262890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" y="3810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NeuronCore-v4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381500"/>
            <a:ext cx="1619250" cy="1143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Source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5575" y="46672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28825" y="4953000"/>
            <a:ext cx="6667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05325" y="4248150"/>
            <a:ext cx="4762500" cy="140970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9625" y="43053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4575" y="4591050"/>
            <a:ext cx="2095500" cy="666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 ←  A + B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838575" y="4924425"/>
            <a:ext cx="2286000" cy="28575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181475" y="4591050"/>
            <a:ext cx="266700" cy="266700"/>
          </a:xfrm>
          <a:prstGeom prst="ellipse">
            <a:avLst/>
          </a:prstGeom>
          <a:solidFill>
            <a:srgbClr val="FBD33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000000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3575" y="4533900"/>
            <a:ext cx="22288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read-add-write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in one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