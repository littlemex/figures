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address space, split across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GPU memory of each PE.  Green: dst from nvshmem_malloc, one symmetric address for every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049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0  (GPU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28750"/>
            <a:ext cx="3429000" cy="3143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1975" y="15240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private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18669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cudaMalloc, stack,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27813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75" y="3105150"/>
            <a:ext cx="3048000" cy="12382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575" y="3429000"/>
            <a:ext cx="2667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11049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1  (GPU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1428750"/>
            <a:ext cx="3429000" cy="3143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3900" y="15240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private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669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cudaMalloc, stack,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27813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105150"/>
            <a:ext cx="3048000" cy="12382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62500" y="3429000"/>
            <a:ext cx="2667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11049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2  (GPU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3425" y="1428750"/>
            <a:ext cx="3429000" cy="314325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5825" y="15240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private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3925" y="18669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cudaMalloc, stack,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5825" y="2781300"/>
            <a:ext cx="3124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3925" y="3105150"/>
            <a:ext cx="3048000" cy="12382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4425" y="3429000"/>
            <a:ext cx="2667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57575" y="3619500"/>
            <a:ext cx="1304925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457575" y="3771900"/>
            <a:ext cx="1304925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67075" y="3143250"/>
            <a:ext cx="1685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 / get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29500" y="3619500"/>
            <a:ext cx="1304925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429500" y="3771900"/>
            <a:ext cx="1304925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39000" y="3143250"/>
            <a:ext cx="1685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 / 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" y="4762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local: fast        remote: NVLink, PCIe or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starts the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work in a CUDA kernel.  Grey: work on the CPU.  Blue: the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43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 drives it (MPI + CUDA)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23050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kernel: compute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0825" y="1524000"/>
            <a:ext cx="13525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9575" y="1524000"/>
            <a:ext cx="17335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CPU: MPI send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29325" y="1524000"/>
            <a:ext cx="16383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3825" y="1524000"/>
            <a:ext cx="14478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CPU: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67825" y="1524000"/>
            <a:ext cx="21145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kernel: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2247900"/>
            <a:ext cx="113728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exchange returns to the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2857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kernel drives it (NVSHMEM)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238500"/>
            <a:ext cx="7239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kernel: compute  +  nvshmem_int_p  + 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3250" y="4038600"/>
            <a:ext cx="24765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9500" y="3867150"/>
            <a:ext cx="0" cy="1524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9575" y="4667250"/>
            <a:ext cx="113728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return to the CPU per exchange; one kernel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Why -rdc=true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your file.  Blue: the two NVSHMEM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ring.cu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calls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nvshmem_int_p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3143250"/>
            <a:ext cx="2667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ring.cu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500" y="186690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libnvshmem_device.a  (static)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500" y="3486150"/>
            <a:ext cx="28575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libnvshmem_host.so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5750" y="142875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link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(needs -rdc=true)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5750" y="3143250"/>
            <a:ext cx="219075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link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6575" y="1638300"/>
            <a:ext cx="47910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219325"/>
            <a:ext cx="10096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76575" y="3295650"/>
            <a:ext cx="47910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3743325"/>
            <a:ext cx="10096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72750" y="2190750"/>
            <a:ext cx="1209675" cy="1047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./ring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96500" y="2000250"/>
            <a:ext cx="43815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096500" y="2952750"/>
            <a:ext cx="438150" cy="6191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9575" y="44767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-gencode=arch=compute_80,code=sm_80  must match the GPU (A100: 80)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When is the put done?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CPU-side calls.  Yellow: the GPU-side quiet the spec asks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239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(PE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857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 (PE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500" y="10668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nvshmem_int_p: starts the 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500" y="1676400"/>
            <a:ext cx="3143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may return before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19750" y="1066800"/>
            <a:ext cx="2381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nvshmem_quiet()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0" y="1676400"/>
            <a:ext cx="2381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GPU-side: completes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2000" y="1066800"/>
            <a:ext cx="3400425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ends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95500" y="2800350"/>
            <a:ext cx="2857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cudaDeviceSynchronize()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500" y="340995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waits for the kernel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2800350"/>
            <a:ext cx="2857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nvshmem_barrier_all()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340995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orders CPU-issued 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500" y="2800350"/>
            <a:ext cx="3209925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cudaMemcpy dst -&gt; host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53000" y="3086100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1500" y="3086100"/>
            <a:ext cx="3429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524250" y="1638300"/>
            <a:ext cx="6553200" cy="11239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575" y="4095750"/>
            <a:ext cx="11372850" cy="66675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official example:  kernel on stream  -&gt;  barrier_all_on_stream  -&gt;  copy  -&gt; 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Which path a put 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what happens by default.  Yellow: watch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3340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575" y="12192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inside one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575" y="1714500"/>
            <a:ext cx="19050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7575" y="1714500"/>
            <a:ext cx="19050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5575" y="2047875"/>
            <a:ext cx="723900" cy="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0575" y="24765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P2P: NVLink or PCIe P2P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575" y="2952750"/>
            <a:ext cx="45720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p4d (NVLink + NVSwitch): 56 / 56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575" y="3714750"/>
            <a:ext cx="4572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g4dn (PCIe): 0 / 12 pairs  -&gt;  init exits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8425" y="1143000"/>
            <a:ext cx="53340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8425" y="12192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across nodes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29425" y="1714500"/>
            <a:ext cx="4572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NVSHMEM_REMOTE_TRANSPORT  (default: ibrc)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23812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ibrc, ucx, libfabric, ibdevx, gpunetio, none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29425" y="285750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EFA:  NVSHMEM_REMOTE_TRANSPORT=libfabric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NVSHMEM_LIBFABRIC_PROVIDER=efa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9425" y="38100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seen on p4d:  "init failed for remote transport: ibrc"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