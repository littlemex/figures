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interfaces you implement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write it.  Blue: NxD Inference does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0668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066800"/>
            <a:ext cx="41624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NxD Inference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4097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875" y="14668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NeuronApplicationBase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8097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49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forward, get_state_dict,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0" y="15049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compile, load, load_weights, TP sharding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23622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875" y="24193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27622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Input 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4574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input_generator, get_model_instance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0" y="24574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buckets, compile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33147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875" y="33718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37147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Module + aliases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4099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load_module, get (aliases)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0" y="34099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with aliases, KV write-back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34340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NeuronGPTTransformer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38325" y="4095750"/>
            <a:ext cx="0" cy="247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29000" y="4343400"/>
            <a:ext cx="8353425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KV cache: nn.Parameter  +  torch.scatter  +  output tuple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" y="52578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Coordinator (plain class): prefill_app + decode_app + explicit KV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 once, load and fill weights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NxD Inference.  Green: you write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with sample inputs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input_generator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once per configuration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6575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4700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compiled model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into traced_model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00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1700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9825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load_weights()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9825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shard and inject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real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9825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start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86825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24950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950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run; KV is written back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by aliases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4950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ways to split prefill and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input shape per ModelWrapper (no buckets)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A.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71600"/>
            <a:ext cx="5448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e.g. Whisper decoder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9545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B. Two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1371600"/>
            <a:ext cx="5448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XTTS v2 GPT in this 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4125" y="169545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325" y="19050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32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[B, S, 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612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[B, 1, 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25" y="3333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nn.Module, shared KV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325" y="4095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KV copy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9875" y="19050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0675" y="19050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Application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987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[B, 1081, 1024]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067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[B, 1, 1024]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9875" y="3333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0675" y="3333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05875" y="3600450"/>
            <a:ext cx="30480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19875" y="4095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explicit KV copy via CPU (.state) after prefill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" y="4991100"/>
            <a:ext cx="5448300" cy="38100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relies on the order of self.models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4125" y="4991100"/>
            <a:ext cx="5448300" cy="38100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named Applications; KV transfer is explicit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app.compile(),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NxD asks; your methods answer.  Example: XTTS v2 prefill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19200"/>
            <a:ext cx="419100" cy="6096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" y="1219200"/>
            <a:ext cx="1809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 asks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62250" y="15240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48000" y="1219200"/>
            <a:ext cx="3429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ModelWrapper.input_generator()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77000" y="15240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10375" y="1219200"/>
            <a:ext cx="49720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sample inputs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hidden [1, 1081, 1024], last_pos, 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019300"/>
            <a:ext cx="419100" cy="6096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2019300"/>
            <a:ext cx="1809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 asks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2250" y="23241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48000" y="2019300"/>
            <a:ext cx="3429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ModelWrapper.get_model_instance()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77000" y="23241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0375" y="2019300"/>
            <a:ext cx="49720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BaseModelInstance: knows how to build the 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2819400"/>
            <a:ext cx="419100" cy="6096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500" y="2819400"/>
            <a:ext cx="1809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ModelBuilder asks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62250" y="31242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48000" y="2819400"/>
            <a:ext cx="3429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BaseModelInstance.load_module()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77000" y="31242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10375" y="2819400"/>
            <a:ext cx="49720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builds NeuronGPTTransformer (30 layers)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3619500"/>
            <a:ext cx="419100" cy="6096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500" y="3619500"/>
            <a:ext cx="1809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ModelBuilder asks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62250" y="39243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48000" y="3619500"/>
            <a:ext cx="34290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BaseModelInstance.get()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77000" y="39243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10375" y="3619500"/>
            <a:ext cx="49720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module + aliases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cache_k -&gt; outputs 1..30, cache_v -&gt; 31..60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" y="4419600"/>
            <a:ext cx="419100" cy="6096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500" y="4419600"/>
            <a:ext cx="55245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ModelBuilder runs the sample once (trace) and compiles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77000" y="4724400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10375" y="4419600"/>
            <a:ext cx="49720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compiled model, no weights yet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575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57150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0275" y="57150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NxD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app(x): one decode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Only the hidden state comes back to you; K and V stay on the device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your forward()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hidden, last_pos, mask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67075" y="1809750"/>
            <a:ext cx="4762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3325" y="142875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compiled model on NeuronCores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81825" y="1809750"/>
            <a:ext cx="4762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58075" y="1143000"/>
            <a:ext cx="43243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8075" y="1428750"/>
            <a:ext cx="10477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[0]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hidden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01075" y="142875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[1..30]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new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0325" y="1428750"/>
            <a:ext cx="15621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[31..60]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new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7325" y="4476750"/>
            <a:ext cx="27051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 on the device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cache_k / cache_v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91750" y="2190750"/>
            <a:ext cx="0" cy="22860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0" y="3048000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3  aliases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copy back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362575" y="4857750"/>
            <a:ext cx="3714750" cy="0"/>
          </a:xfrm>
          <a:prstGeom prst="line">
            <a:avLst/>
          </a:prstGeom>
          <a:ln w="190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362575" y="2190750"/>
            <a:ext cx="0" cy="2667000"/>
          </a:xfrm>
          <a:prstGeom prst="line">
            <a:avLst/>
          </a:prstGeom>
          <a:ln w="190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57825" y="4914900"/>
            <a:ext cx="3238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read on the next step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81950" y="2190750"/>
            <a:ext cx="0" cy="6667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96075" y="2857500"/>
            <a:ext cx="25717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return outputs[0]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57150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0275" y="57150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NxD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get_state_dict(): full-shape weights for NxD to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 calls it depends on save_sharded_checkpoint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23825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save_sharded_checkpoint=False  (default)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657350"/>
            <a:ext cx="2190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load_weights()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every start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0325" y="1990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6075" y="16573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get_state_dict()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full (pre-split) shapes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43575" y="1990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029325" y="16573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split per rank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86825" y="1990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72575" y="1657350"/>
            <a:ext cx="26098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initialize on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314325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save_sharded_checkpoint=True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562350"/>
            <a:ext cx="2190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0325" y="3895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6075" y="35623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get_state_dict()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full (pre-split) shapes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43575" y="3895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29325" y="35623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split + save to disk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86825" y="3895725"/>
            <a:ext cx="2857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72575" y="3562350"/>
            <a:ext cx="26098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load_weights() reads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" y="4248150"/>
            <a:ext cx="571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this sample: set the checkpoint path before compile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6075" y="51435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this sample, path empty: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6075" y="5410200"/>
            <a:ext cx="28575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placeholder (zeros, LN =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9325" y="51435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path set: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29325" y="5410200"/>
            <a:ext cx="28575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real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KV cache lives on the device between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Registered as a parameter, updated through the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36195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cache_k, cache_v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nn.Parameter(requires_grad=False)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533650"/>
            <a:ext cx="3619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 the device, like the weights  |  no gradients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1428750"/>
            <a:ext cx="3143250" cy="1047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torch.scatter -&gt; new K,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500" y="1428750"/>
            <a:ext cx="2828925" cy="1047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outputs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(hidden, K..., V...)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9075" y="1952625"/>
            <a:ext cx="923925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9075" y="1638300"/>
            <a:ext cx="923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96250" y="1952625"/>
            <a:ext cx="85725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53000" y="36195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aliases: output i -&gt; parameter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63200" y="2476500"/>
            <a:ext cx="0" cy="15240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096250" y="4000500"/>
            <a:ext cx="22669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219325" y="4000500"/>
            <a:ext cx="2733675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19325" y="2762250"/>
            <a:ext cx="0" cy="12382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0" y="4095750"/>
            <a:ext cx="2571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overwrite for the next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57150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5753100"/>
            <a:ext cx="228600" cy="171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0275" y="57150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NxD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