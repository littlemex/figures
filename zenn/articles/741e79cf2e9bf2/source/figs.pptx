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  <p:sldId id="261" r:id="rId7"/>
    <p:sldId id="262" r:id="rId6"/>
    <p:sldId id="263" r:id="rId5"/>
    <p:sldId id="264" r:id="rId4"/>
    <p:sldId id="265" r:id="rId3"/>
    <p:sldId id="266" r:id="rId2"/>
    <p:sldId id="267" r:id="rId20"/>
    <p:sldId id="26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1.xml"/><Relationship Id="rId3" Type="http://schemas.openxmlformats.org/officeDocument/2006/relationships/slide" Target="slides/slide10.xml"/><Relationship Id="rId4" Type="http://schemas.openxmlformats.org/officeDocument/2006/relationships/slide" Target="slides/slide9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Relationship Id="rId20" Type="http://schemas.openxmlformats.org/officeDocument/2006/relationships/slide" Target="slides/slide12.xml"/><Relationship Id="rId21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Who moves the KV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Prefill and decode on one node, NIXL with its LIBFABRIC backend, FI_PROVIDER=efa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143000"/>
            <a:ext cx="5276850" cy="1428750"/>
          </a:xfrm>
          <a:prstGeom prst="roundRect">
            <a:avLst>
              <a:gd name="adj" fmla="val 5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2925" y="12001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SGLang prefill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75" y="1581150"/>
            <a:ext cx="2333625" cy="4191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TP rank 0  (device 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62300" y="1581150"/>
            <a:ext cx="2333625" cy="4191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TP rank 1  (device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75" y="2076450"/>
            <a:ext cx="48958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one process per rank; device numbers as seen by each process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05575" y="1143000"/>
            <a:ext cx="5276850" cy="1428750"/>
          </a:xfrm>
          <a:prstGeom prst="roundRect">
            <a:avLst>
              <a:gd name="adj" fmla="val 5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38925" y="120015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SGLang decode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96075" y="1581150"/>
            <a:ext cx="2333625" cy="4191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TP rank 0  (device 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58300" y="1581150"/>
            <a:ext cx="2333625" cy="4191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TP rank 1  (device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6075" y="2076450"/>
            <a:ext cx="48958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one process per rank; device numbers as seen by each process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9575" y="2857500"/>
            <a:ext cx="11372850" cy="533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NIXL  (LIBFABRIC backend)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575" y="3676650"/>
            <a:ext cx="11372850" cy="533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libfabric  efa provider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9575" y="4629150"/>
            <a:ext cx="5334000" cy="857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peer on the same node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shm provider (shared memory, CUDA IPC)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8425" y="4629150"/>
            <a:ext cx="5334000" cy="857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peer on another node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device (RDMA)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76575" y="4210050"/>
            <a:ext cx="0" cy="41910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115425" y="4210050"/>
            <a:ext cx="0" cy="4191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9575" y="561975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By default, same-node data does not go through the EFA device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efa provider hands a same-node peer to shm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FI_EFA_ENABLE_SHM_TRANSFER decides whether the shm path exists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238250"/>
            <a:ext cx="34290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write from NIXL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(FI_REMOTE_CQ_DATA)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1500" y="1238250"/>
            <a:ext cx="34290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provider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is the peer local?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38575" y="1571625"/>
            <a:ext cx="54292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353425" y="1143000"/>
            <a:ext cx="3429000" cy="857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default (=1)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shm provider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53425" y="2381250"/>
            <a:ext cx="34290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FI_EFA_ENABLE_SHM_TRANSFER=0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device, RDMA write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10500" y="1524000"/>
            <a:ext cx="542925" cy="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10500" y="1714500"/>
            <a:ext cx="542925" cy="952500"/>
          </a:xfrm>
          <a:prstGeom prst="line">
            <a:avLst/>
          </a:prstGeom>
          <a:ln w="3175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9575" y="3810000"/>
            <a:ext cx="11372850" cy="1428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075" y="3905250"/>
            <a:ext cx="10991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shm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075" y="4238625"/>
            <a:ext cx="10991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memory is handed over with CUDA IPC; the receiving process copies the bytes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075" y="4714875"/>
            <a:ext cx="10991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EFA device path: RDMA write through the EFA device to the same-node peer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shm with GPU memory: CUDA IPC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The sender hands over a handle; the receiver opens it and copies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5334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sender (posting thread)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8425" y="1066800"/>
            <a:ext cx="5334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receiver (progress loop)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5825" y="1428750"/>
            <a:ext cx="43815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find the buffer's base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cuMemGetAddressRange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5825" y="2286000"/>
            <a:ext cx="43815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export an IPC handle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cudaIpcGetMemHandle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5825" y="3143250"/>
            <a:ext cx="43815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put the handle in a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command in shared memory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76575" y="2095500"/>
            <a:ext cx="0" cy="190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76575" y="2952750"/>
            <a:ext cx="0" cy="190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24675" y="2286000"/>
            <a:ext cx="43815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open the handle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cudaIpcOpenMemHandle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24675" y="3143250"/>
            <a:ext cx="43815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copy into its own buffer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cudaMemcpy on its own thread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4675" y="4000500"/>
            <a:ext cx="43815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mark done after the copy returns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15425" y="2952750"/>
            <a:ext cx="0" cy="190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115425" y="3810000"/>
            <a:ext cx="0" cy="190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267325" y="2619375"/>
            <a:ext cx="1657350" cy="85725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85825" y="4095750"/>
            <a:ext cx="4381500" cy="571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the sender sees completion only after that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5267325" y="4333875"/>
            <a:ext cx="1657350" cy="47625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09575" y="5143500"/>
            <a:ext cx="11372850" cy="57150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NIXL writes carry FI_REMOTE_CQ_DATA, so shm does not take its sender-side fast path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SAR: segmentation and reassembly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The fallback when preparing CUDA IPC fails: copy through shared host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428750"/>
            <a:ext cx="238125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sender's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buffer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01175" y="1428750"/>
            <a:ext cx="238125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receiver's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buffer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9500" y="1143000"/>
            <a:ext cx="4953000" cy="1428750"/>
          </a:xfrm>
          <a:prstGeom prst="roundRect">
            <a:avLst>
              <a:gd name="adj" fmla="val 5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14750" y="120015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receiver's shared memory: bounce buffers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0000" y="1638300"/>
            <a:ext cx="666750" cy="476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32K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91050" y="1638300"/>
            <a:ext cx="666750" cy="476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32K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72100" y="1638300"/>
            <a:ext cx="666750" cy="476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32K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150" y="1638300"/>
            <a:ext cx="666750" cy="476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32K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34200" y="1638300"/>
            <a:ext cx="666750" cy="476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32K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15250" y="1638300"/>
            <a:ext cx="666750" cy="476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32K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4750" y="217170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up to 64 buffers of 32 KiB (also capped per peer), reused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90825" y="1857375"/>
            <a:ext cx="828675" cy="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72500" y="1857375"/>
            <a:ext cx="828675" cy="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90825" y="2333625"/>
            <a:ext cx="82867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copy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0" y="2333625"/>
            <a:ext cx="82867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copy 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575" y="3143250"/>
            <a:ext cx="11372850" cy="1905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5325" y="3429000"/>
            <a:ext cx="32385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sender fills buffers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325" y="4286250"/>
            <a:ext cx="3238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flag: FULL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33825" y="3810000"/>
            <a:ext cx="3810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314825" y="3429000"/>
            <a:ext cx="32385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receiver drains them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4825" y="4286250"/>
            <a:ext cx="3238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flag: EMPTY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53325" y="3810000"/>
            <a:ext cx="3810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934325" y="3429000"/>
            <a:ext cx="32385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repeat until the whole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message is across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4325" y="4286250"/>
            <a:ext cx="3238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9575" y="533400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Two copies per piece, relayed through shared host memory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current CUDA device is per thread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SGLang's NIXL transfer threads never select their GPU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143000"/>
            <a:ext cx="11372850" cy="3810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75" y="121920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prefill process, TP rank 1  (its KV cache is on device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575" y="1714500"/>
            <a:ext cx="32385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main thread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current device: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575" y="2857500"/>
            <a:ext cx="3238500" cy="857250"/>
          </a:xfrm>
          <a:prstGeom prst="roundRect">
            <a:avLst>
              <a:gd name="adj" fmla="val 10000"/>
            </a:avLst>
          </a:prstGeom>
          <a:solidFill>
            <a:srgbClr val="501816"/>
          </a:solidFill>
          <a:ln w="15875">
            <a:solidFill>
              <a:srgbClr val="E65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transfer threads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context: device 0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(never set)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000" y="2857500"/>
            <a:ext cx="285750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shm: where is this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buffer?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2500" y="2857500"/>
            <a:ext cx="2857500" cy="857250"/>
          </a:xfrm>
          <a:prstGeom prst="roundRect">
            <a:avLst>
              <a:gd name="adj" fmla="val 10000"/>
            </a:avLst>
          </a:prstGeom>
          <a:solidFill>
            <a:srgbClr val="501816"/>
          </a:solidFill>
          <a:ln w="15875">
            <a:solidFill>
              <a:srgbClr val="E65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device 0 context: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address not found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CUDA_ERROR_NOT_FOUND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29075" y="3286125"/>
            <a:ext cx="92392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10500" y="3286125"/>
            <a:ext cx="762000" cy="0"/>
          </a:xfrm>
          <a:prstGeom prst="line">
            <a:avLst/>
          </a:prstGeom>
          <a:ln w="31750">
            <a:solidFill>
              <a:srgbClr val="E6504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953000" y="4000500"/>
            <a:ext cx="6477000" cy="666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 IPC handle: warn once, fall back to SAR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01250" y="3714750"/>
            <a:ext cx="0" cy="28575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9575" y="514350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TP rank 0 is unaffected only because its KV cache is on the default 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75" y="552450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Tested patch (not upstream): set the device at the start of each transfer thread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NIXL 1.4.0 restores the context before posting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In the measured setup, the SAR fallback warnings disappear without changing SGLang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E65046"/>
                </a:solidFill>
                <a:latin typeface="Amazon Ember"/>
                <a:ea typeface="メイリオ"/>
                <a:cs typeface="メイリオ"/>
              </a:rPr>
              <a:t>NIXL 1.1.0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1075" y="1524000"/>
            <a:ext cx="430530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transfer thread posts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33725" y="2190750"/>
            <a:ext cx="0" cy="285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81075" y="2476500"/>
            <a:ext cx="4305300" cy="666750"/>
          </a:xfrm>
          <a:prstGeom prst="roundRect">
            <a:avLst>
              <a:gd name="adj" fmla="val 10000"/>
            </a:avLst>
          </a:prstGeom>
          <a:solidFill>
            <a:srgbClr val="501816"/>
          </a:solidFill>
          <a:ln w="15875">
            <a:solidFill>
              <a:srgbClr val="E65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context: device 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33725" y="3143250"/>
            <a:ext cx="0" cy="285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81075" y="3429000"/>
            <a:ext cx="4305300" cy="666750"/>
          </a:xfrm>
          <a:prstGeom prst="roundRect">
            <a:avLst>
              <a:gd name="adj" fmla="val 10000"/>
            </a:avLst>
          </a:prstGeom>
          <a:solidFill>
            <a:srgbClr val="501816"/>
          </a:solidFill>
          <a:ln w="15875">
            <a:solidFill>
              <a:srgbClr val="E65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IPC handle fails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3725" y="4095750"/>
            <a:ext cx="0" cy="285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81075" y="4381500"/>
            <a:ext cx="4305300" cy="666750"/>
          </a:xfrm>
          <a:prstGeom prst="roundRect">
            <a:avLst>
              <a:gd name="adj" fmla="val 10000"/>
            </a:avLst>
          </a:prstGeom>
          <a:solidFill>
            <a:srgbClr val="501816"/>
          </a:solidFill>
          <a:ln w="15875">
            <a:solidFill>
              <a:srgbClr val="E65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4125" y="106680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NIXL 1.4.0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5625" y="1524000"/>
            <a:ext cx="430530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transfer thread posts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58275" y="2190750"/>
            <a:ext cx="0" cy="285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905625" y="2476500"/>
            <a:ext cx="43053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NIXL sets the registration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context first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58275" y="3143250"/>
            <a:ext cx="0" cy="285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05625" y="3429000"/>
            <a:ext cx="43053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IPC handle succeeds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58275" y="4095750"/>
            <a:ext cx="0" cy="285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05625" y="4381500"/>
            <a:ext cx="43053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CUDA IPC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575" y="561975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This fixes the sender side only; the receiver side is the next figure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NIXL's progress thread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 background thread that polls completions; in the measured setup the shm receive copy ran in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143000"/>
            <a:ext cx="11372850" cy="4286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75" y="121920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decode process (one per TP rank)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575" y="1714500"/>
            <a:ext cx="314325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scheduler thread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runs the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575" y="2857500"/>
            <a:ext cx="314325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progress thread (when enabled)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loop: progressActiveRails()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62500" y="2857500"/>
            <a:ext cx="314325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fi_cq_read()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holding ep_mutex_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4425" y="2857500"/>
            <a:ext cx="2762250" cy="857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shm progress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receive copy (cudaMemcpy)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3825" y="3286125"/>
            <a:ext cx="82867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905750" y="3286125"/>
            <a:ext cx="828675" cy="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62500" y="4191000"/>
            <a:ext cx="6734175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the same lock guards posting writes;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calls that need it would wait (not measured)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34125" y="3714750"/>
            <a:ext cx="0" cy="47625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0575" y="4286250"/>
            <a:ext cx="31432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E65046"/>
                </a:solidFill>
                <a:latin typeface="Amazon Ember"/>
                <a:ea typeface="メイリオ"/>
                <a:cs typeface="メイリオ"/>
              </a:rPr>
              <a:t>started by NIXL;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E65046"/>
                </a:solidFill>
                <a:latin typeface="Amazon Ember"/>
                <a:ea typeface="メイリオ"/>
                <a:cs typeface="メイリオ"/>
              </a:rPr>
              <a:t>it sets no CUDA device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Decode TP rank 1: progress thread on the wrong device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Measured on the shm path with NIXL 1.4.0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E65046"/>
                </a:solidFill>
                <a:latin typeface="Amazon Ember"/>
                <a:ea typeface="メイリオ"/>
                <a:cs typeface="メイリオ"/>
              </a:rPr>
              <a:t>as shipped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575" y="1619250"/>
            <a:ext cx="4686300" cy="762000"/>
          </a:xfrm>
          <a:prstGeom prst="roundRect">
            <a:avLst>
              <a:gd name="adj" fmla="val 10000"/>
            </a:avLst>
          </a:prstGeom>
          <a:solidFill>
            <a:srgbClr val="501816"/>
          </a:solidFill>
          <a:ln w="15875">
            <a:solidFill>
              <a:srgbClr val="E65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progress thread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context: device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575" y="2762250"/>
            <a:ext cx="4686300" cy="762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destination: device 1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(decode TP rank 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575" y="3905250"/>
            <a:ext cx="4686300" cy="762000"/>
          </a:xfrm>
          <a:prstGeom prst="roundRect">
            <a:avLst>
              <a:gd name="adj" fmla="val 10000"/>
            </a:avLst>
          </a:prstGeom>
          <a:solidFill>
            <a:srgbClr val="501816"/>
          </a:solidFill>
          <a:ln w="15875">
            <a:solidFill>
              <a:srgbClr val="E65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host-staged copy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 two steps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33725" y="2381250"/>
            <a:ext cx="0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133725" y="3524250"/>
            <a:ext cx="0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334125" y="106680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creator's device (test patch)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15125" y="1619250"/>
            <a:ext cx="46863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progress thread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context: device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15125" y="2762250"/>
            <a:ext cx="4686300" cy="762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destination: device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15125" y="3905250"/>
            <a:ext cx="46863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direct copy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58275" y="2381250"/>
            <a:ext cx="0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58275" y="3524250"/>
            <a:ext cx="0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9575" y="495300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decode TP rank 0 is unaffected: its device is the default 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575" y="533400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why fixing the thread's device shortens decode steps: not known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Three setups on one 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Where each problem remains, as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E65046"/>
                </a:solidFill>
                <a:latin typeface="Amazon Ember"/>
                <a:ea typeface="メイリオ"/>
                <a:cs typeface="メイリオ"/>
              </a:rPr>
              <a:t>NIXL 1.1.0, shm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524000"/>
            <a:ext cx="3619500" cy="762000"/>
          </a:xfrm>
          <a:prstGeom prst="roundRect">
            <a:avLst>
              <a:gd name="adj" fmla="val 10000"/>
            </a:avLst>
          </a:prstGeom>
          <a:solidFill>
            <a:srgbClr val="501816"/>
          </a:solidFill>
          <a:ln w="15875">
            <a:solidFill>
              <a:srgbClr val="E65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sender: SAR on TP rank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2476500"/>
            <a:ext cx="3619500" cy="762000"/>
          </a:xfrm>
          <a:prstGeom prst="roundRect">
            <a:avLst>
              <a:gd name="adj" fmla="val 10000"/>
            </a:avLst>
          </a:prstGeom>
          <a:solidFill>
            <a:srgbClr val="501816"/>
          </a:solidFill>
          <a:ln w="15875">
            <a:solidFill>
              <a:srgbClr val="E65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receiver: not measured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9575" y="3429000"/>
            <a:ext cx="3619500" cy="762000"/>
          </a:xfrm>
          <a:prstGeom prst="roundRect">
            <a:avLst>
              <a:gd name="adj" fmla="val 10000"/>
            </a:avLst>
          </a:prstGeom>
          <a:solidFill>
            <a:srgbClr val="501816"/>
          </a:solidFill>
          <a:ln w="15875">
            <a:solidFill>
              <a:srgbClr val="E65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receiving thread: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not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6250" y="106680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NIXL 1.4.0, shm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6250" y="1524000"/>
            <a:ext cx="36195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sender: CUDA IPC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6250" y="2476500"/>
            <a:ext cx="36195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receiver: wrong-GPU copy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 decode TP rank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6250" y="3429000"/>
            <a:ext cx="36195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receiver copies in the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progress thread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2925" y="1066800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FI_EFA_ENABLE_SHM_TRANSFER=0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2925" y="1524000"/>
            <a:ext cx="36195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 shm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62925" y="2476500"/>
            <a:ext cx="36195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RDMA write through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EFA device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2925" y="3429000"/>
            <a:ext cx="36195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 shm receive copy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575" y="447675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One transfer alone is slower through the device; under load the KV transfer stage was shorter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Where the bytes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libfabric with FI_PROVIDER=efa: another node vs the same node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143000"/>
            <a:ext cx="5334000" cy="4476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75" y="1219200"/>
            <a:ext cx="495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peer on another node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5325" y="1666875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(node 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2325" y="1666875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(node 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5325" y="2762250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provider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2325" y="2762250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provider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5325" y="3857625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device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2325" y="3857625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device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43075" y="2238375"/>
            <a:ext cx="0" cy="52387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743075" y="3333750"/>
            <a:ext cx="0" cy="52387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90825" y="4143375"/>
            <a:ext cx="571500" cy="0"/>
          </a:xfrm>
          <a:prstGeom prst="line">
            <a:avLst/>
          </a:prstGeom>
          <a:ln w="381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410075" y="3333750"/>
            <a:ext cx="0" cy="52387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410075" y="2238375"/>
            <a:ext cx="0" cy="52387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5325" y="4667250"/>
            <a:ext cx="47625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through the network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8425" y="1143000"/>
            <a:ext cx="5334000" cy="4476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8925" y="1219200"/>
            <a:ext cx="495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peer on the same node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34175" y="1666875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of process 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01175" y="1666875"/>
            <a:ext cx="209550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of process 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34175" y="2571750"/>
            <a:ext cx="4762500" cy="5143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provider: the peer is local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34175" y="3524250"/>
            <a:ext cx="2286000" cy="1047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default (=1)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shm provider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CUDA IPC or SAR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10675" y="3524250"/>
            <a:ext cx="2286000" cy="1047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=0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device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(measured: RDMA write)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81925" y="2238375"/>
            <a:ext cx="0" cy="333375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7175" y="3086100"/>
            <a:ext cx="0" cy="43815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353675" y="3086100"/>
            <a:ext cx="0" cy="438150"/>
          </a:xfrm>
          <a:prstGeom prst="line">
            <a:avLst/>
          </a:prstGeom>
          <a:ln w="3175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734175" y="4714875"/>
            <a:ext cx="47625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FI_EFA_ENABLE_SHM_TRANSFER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decides which 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shm provider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Commands and responses go through regions of host memory; how the data moves depends on the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428750"/>
            <a:ext cx="2857500" cy="1047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process A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(sender)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24925" y="1428750"/>
            <a:ext cx="2857500" cy="1047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process B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(receiver)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38575" y="1143000"/>
            <a:ext cx="4514850" cy="1905000"/>
          </a:xfrm>
          <a:prstGeom prst="roundRect">
            <a:avLst>
              <a:gd name="adj" fmla="val 5000"/>
            </a:avLst>
          </a:prstGeom>
          <a:solidFill>
            <a:srgbClr val="161A1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3825" y="1219200"/>
            <a:ext cx="43243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receiver's region in host 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24325" y="1571625"/>
            <a:ext cx="3943350" cy="5715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command queue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24325" y="2286000"/>
            <a:ext cx="3943350" cy="5715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SAR bounce buffers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67075" y="1857375"/>
            <a:ext cx="857250" cy="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67675" y="1857375"/>
            <a:ext cx="857250" cy="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38575" y="3524250"/>
            <a:ext cx="4514850" cy="1238250"/>
          </a:xfrm>
          <a:prstGeom prst="roundRect">
            <a:avLst>
              <a:gd name="adj" fmla="val 5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3825" y="3600450"/>
            <a:ext cx="43243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sender's region in host 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24325" y="3952875"/>
            <a:ext cx="3943350" cy="5715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response queue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067675" y="2476500"/>
            <a:ext cx="1076325" cy="161925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3048000" y="2476500"/>
            <a:ext cx="1076325" cy="161925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09575" y="2667000"/>
            <a:ext cx="24765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opens the receiver's region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(shm_open + mmap)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575" y="514350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Each process creates its own region and maps its peers' regions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CUDA IPC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 send into a GPU buffer: the receiver copies with a handle from the sender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428750"/>
            <a:ext cx="3143250" cy="1047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sender's GPU buffer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39175" y="1428750"/>
            <a:ext cx="3143250" cy="1047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receiver's GPU buffer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05325" y="1047750"/>
            <a:ext cx="3181350" cy="666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IPC handle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(in a shm command)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552825" y="1381125"/>
            <a:ext cx="952500" cy="238125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86675" y="1381125"/>
            <a:ext cx="952500" cy="238125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52825" y="2238375"/>
            <a:ext cx="5086350" cy="0"/>
          </a:xfrm>
          <a:prstGeom prst="line">
            <a:avLst/>
          </a:prstGeom>
          <a:ln w="4445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05325" y="2333625"/>
            <a:ext cx="31813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1 copy, done by the receiver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575" y="3238500"/>
            <a:ext cx="11372850" cy="1143000"/>
          </a:xfrm>
          <a:prstGeom prst="roundRect">
            <a:avLst>
              <a:gd name="adj" fmla="val 5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075" y="3333750"/>
            <a:ext cx="10991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precondition on the sender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075" y="3667125"/>
            <a:ext cx="109918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cuMemGetAddressRange must find the buffer in the sending thread's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current CUDA context, or no handle can be exported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Segmentation and reassembly through bounce buffers; here, after the IPC handle fails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428750"/>
            <a:ext cx="2571750" cy="1047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sender's GPU buffer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10675" y="1428750"/>
            <a:ext cx="2571750" cy="1047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receiver's GPU buffer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24325" y="1333500"/>
            <a:ext cx="3943350" cy="1238250"/>
          </a:xfrm>
          <a:prstGeom prst="roundRect">
            <a:avLst>
              <a:gd name="adj" fmla="val 5000"/>
            </a:avLst>
          </a:prstGeom>
          <a:solidFill>
            <a:srgbClr val="161A1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19575" y="1390650"/>
            <a:ext cx="375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receiver's shared 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0075" y="1762125"/>
            <a:ext cx="723900" cy="5334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32 KiB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86375" y="1762125"/>
            <a:ext cx="723900" cy="5334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32 KiB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2675" y="1762125"/>
            <a:ext cx="723900" cy="5334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32 KiB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38975" y="1762125"/>
            <a:ext cx="723900" cy="5334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32 KiB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81325" y="1952625"/>
            <a:ext cx="1143000" cy="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67675" y="1952625"/>
            <a:ext cx="1143000" cy="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81325" y="2047875"/>
            <a:ext cx="1143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copy 1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(sender)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7675" y="2047875"/>
            <a:ext cx="1143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copy 2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(receiver)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9575" y="3143250"/>
            <a:ext cx="11372850" cy="1238250"/>
          </a:xfrm>
          <a:prstGeom prst="roundRect">
            <a:avLst>
              <a:gd name="adj" fmla="val 5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0075" y="3286125"/>
            <a:ext cx="10991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per piece: sender copies in, receiver copies out, buffer reused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075" y="3714750"/>
            <a:ext cx="109918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repeated until the whole message is across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(2 copies per piece, versus 1 copy with CUDA IPC)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