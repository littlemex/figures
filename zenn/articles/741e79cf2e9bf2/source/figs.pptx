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does what when NIXL writes to a same-node 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FI_REMOTE_CQ_DATA is a libfabric flag; NIXL sets it, the libfabric providers act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875" y="12382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1907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3875" y="23050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32575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3875" y="33718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43243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875" y="44386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250" y="13239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 the KV cache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250" y="23907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 an RDMA write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1.1.0 fi_writedata / 1.4.0 fi_writemsg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86250" y="1895475"/>
            <a:ext cx="0" cy="4953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6500" y="2505075"/>
            <a:ext cx="238125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FI_REMOTE_CQ_DATA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10250" y="2676525"/>
            <a:ext cx="4762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this node?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7125" y="2847975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6875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0" y="3743325"/>
            <a:ext cx="6191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8700" y="3352800"/>
            <a:ext cx="666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no, or</a:t>
            </a:r>
          </a:p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45243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flag set: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skip the CMA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77125" y="4029075"/>
            <a:ext cx="0" cy="4953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72375" y="4114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yes, default (=1)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6875" y="441007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memory: CUDA IPC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484822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setup fails: SAR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667750" y="4591050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67750" y="4905375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095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43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2882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362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480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28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bytes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libfabric with FI_PROVIDER=efa: another node vs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5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2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3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43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90825" y="4143375"/>
            <a:ext cx="571500" cy="0"/>
          </a:xfrm>
          <a:prstGeom prst="line">
            <a:avLst/>
          </a:prstGeom>
          <a:ln w="381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10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410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5325" y="46672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through the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842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92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4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1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4175" y="2571750"/>
            <a:ext cx="4762500" cy="5143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provider: the peer is local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41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 or 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106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(measured: RDMA write)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81925" y="2238375"/>
            <a:ext cx="0" cy="3333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77175" y="3086100"/>
            <a:ext cx="0" cy="4381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53675" y="3086100"/>
            <a:ext cx="0" cy="43815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34175" y="4714875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FI_EFA_ENABLE_SHM_TRANSFER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decides which 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Commands and responses go through regions of host memory; how the data moves depends on the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A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2492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B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8575" y="1143000"/>
            <a:ext cx="4514850" cy="1905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3825" y="121920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region in host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4325" y="157162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2286000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 bounce buffers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670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676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8575" y="3524250"/>
            <a:ext cx="4514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3825" y="360045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sender's region in host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325" y="395287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response queue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067675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048000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2667000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opens the receiver's region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(shm_open + mmap)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process creates its own region and maps its peers'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send into a GPU buffer: the receiver copies with a handle from the sender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91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5325" y="1047750"/>
            <a:ext cx="31813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 a shm command)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55282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667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2825" y="2238375"/>
            <a:ext cx="5086350" cy="0"/>
          </a:xfrm>
          <a:prstGeom prst="line">
            <a:avLst/>
          </a:prstGeom>
          <a:ln w="444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05325" y="2333625"/>
            <a:ext cx="3181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 copy, done by the receiver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238500"/>
            <a:ext cx="11372850" cy="1143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3337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precondition on the sender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3667125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 must find the buffer in the sending thread's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CUDA context, or no handle can be exported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Segmentation and reassembly through bounce buffers; here, after the IPC handle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106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24325" y="1333500"/>
            <a:ext cx="39433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19575" y="1390650"/>
            <a:ext cx="375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shared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00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63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26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89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8132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6767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8132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1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767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2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143250"/>
            <a:ext cx="11372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32861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piece: sender copies in, receiver copies out, buffer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3714750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repeated until the whole message is across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(2 copies per piece, versus 1 copy with CUDA IPC)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