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  <p:sldId id="260" r:id="rId8"/>
    <p:sldId id="261" r:id="rId7"/>
    <p:sldId id="262" r:id="rId6"/>
    <p:sldId id="263" r:id="rId5"/>
    <p:sldId id="264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Who moves the KV 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Prefill and decode on one node, NIXL with its LIBFABRIC backend, FI_PROVIDER=efa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527685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2925" y="12001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 prefill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75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0  (device 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62300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1  (device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75" y="2076450"/>
            <a:ext cx="48958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process per rank; device numbers as seen by each process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05575" y="1143000"/>
            <a:ext cx="527685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38925" y="12001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 decode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96075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0  (device 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1  (device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6075" y="2076450"/>
            <a:ext cx="48958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process per rank; device numbers as seen by each 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9575" y="2857500"/>
            <a:ext cx="1137285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 (LIBFABRIC backend)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9575" y="3676650"/>
            <a:ext cx="1137285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  efa provider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4629150"/>
            <a:ext cx="5334000" cy="857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the same node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 (shared memory, CUDA IPC)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8425" y="4629150"/>
            <a:ext cx="5334000" cy="857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another node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 (RDMA)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76575" y="4210050"/>
            <a:ext cx="0" cy="41910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15425" y="4210050"/>
            <a:ext cx="0" cy="4191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09575" y="5619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By default, same-node data does not go through the EFA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efa provider hands a same-node peer to shm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FI_EFA_ENABLE_SHM_TRANSFER decides whether the shm path exists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238250"/>
            <a:ext cx="34290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write from NIXL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(FI_REMOTE_CQ_DATA)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500" y="1238250"/>
            <a:ext cx="34290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is the peer local?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38575" y="1571625"/>
            <a:ext cx="5429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353425" y="1143000"/>
            <a:ext cx="3429000" cy="857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default (=1)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53425" y="2381250"/>
            <a:ext cx="3429000" cy="857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FI_EFA_ENABLE_SHM_TRANSFER=0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device, RDMA write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10500" y="1524000"/>
            <a:ext cx="54292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810500" y="1714500"/>
            <a:ext cx="542925" cy="952500"/>
          </a:xfrm>
          <a:prstGeom prst="line">
            <a:avLst/>
          </a:prstGeom>
          <a:ln w="317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09575" y="3810000"/>
            <a:ext cx="11372850" cy="14287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0075" y="3905250"/>
            <a:ext cx="10991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shm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075" y="4238625"/>
            <a:ext cx="10991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memory is handed over with CUDA IPC; the receiving process copies the bytes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75" y="4714875"/>
            <a:ext cx="10991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EFA device path: RDMA write through the EFA device to the same-node peer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with GPU memory: CUDA IPC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sender hands over a handle; the receiver opens it and copies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sender (posting thread)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48425" y="106680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receiver (progress loop)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5825" y="14287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find the buffer's base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cuMemGetAddressRange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5825" y="22860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export an IPC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cudaIpcGetMemHandle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5825" y="31432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put the handle in a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command in shared memory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76575" y="209550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76575" y="295275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24675" y="22860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open the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cudaIpcOpenMemHandle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24675" y="31432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copy into its own buffer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cudaMemcpy on its own thread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4675" y="40005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mark done after the copy returns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15425" y="295275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115425" y="381000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267325" y="2619375"/>
            <a:ext cx="1657350" cy="8572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5825" y="4095750"/>
            <a:ext cx="4381500" cy="571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sender sees completion only after that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267325" y="4333875"/>
            <a:ext cx="1657350" cy="47625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09575" y="5143500"/>
            <a:ext cx="11372850" cy="5715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writes carry FI_REMOTE_CQ_DATA, so shm does not take its sender-side fast path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SAR: segmentation and reassembly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fallback when preparing CUDA IPC fails: copy through shared host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381250" cy="857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1175" y="1428750"/>
            <a:ext cx="2381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9500" y="1143000"/>
            <a:ext cx="495300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14750" y="120015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receiver's shared memory: bounce buffers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910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721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1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42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52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4750" y="217170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up to 64 buffers of 32 KiB (also capped per peer), reused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790825" y="185737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72500" y="185737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90825" y="2333625"/>
            <a:ext cx="8286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2333625"/>
            <a:ext cx="8286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" y="3143250"/>
            <a:ext cx="11372850" cy="1905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53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 fills buffers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3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flag: FULL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33825" y="3810000"/>
            <a:ext cx="3810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3148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 drains them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48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flag: EMPTY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3325" y="3810000"/>
            <a:ext cx="3810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9343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repeat until the whole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message is across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43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575" y="5334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Two copies per piece, relayed through shared host memory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current CUDA device is per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SGLang's NIXL transfer threads never select their GPU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11372850" cy="3810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 process, TP rank 1  (its KV cache is on device 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1714500"/>
            <a:ext cx="3238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main thread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current device: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2857500"/>
            <a:ext cx="3238500" cy="8572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(never set)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000" y="2857500"/>
            <a:ext cx="285750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shm: where is this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buffer?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0" y="2857500"/>
            <a:ext cx="2857500" cy="8572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device 0 context: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address not found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CUDA_ERROR_NOT_FOUND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29075" y="3286125"/>
            <a:ext cx="9239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810500" y="3286125"/>
            <a:ext cx="762000" cy="0"/>
          </a:xfrm>
          <a:prstGeom prst="line">
            <a:avLst/>
          </a:prstGeom>
          <a:ln w="31750">
            <a:solidFill>
              <a:srgbClr val="E6504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53000" y="4000500"/>
            <a:ext cx="6477000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IPC handle: warn once, fall back to SAR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01250" y="3714750"/>
            <a:ext cx="0" cy="2857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TP rank 0 is unaffected only because its KV cache is on the default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" y="5524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Tested patch (not upstream): set the device at the start of each transfer thread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1.4.0 restores the context before posting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 the measured setup, the SAR fallback warnings disappear without changing SGLang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NIXL 1.1.0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075" y="1524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 posts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33725" y="2190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81075" y="2476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33725" y="31432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81075" y="3429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 fails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33725" y="4095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1075" y="4381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412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NIXL 1.4.0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5625" y="1524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 posts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8275" y="2190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905625" y="2476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sets the registration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 first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58275" y="31432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05625" y="3429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 succeeds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8275" y="4095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05625" y="4381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" y="5619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This fixes the sender side only; the receiver side is the next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NIXL's progress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background thread that polls completions; in the measured setup the shm receive copy ran in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11372850" cy="42862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process (one per TP rank)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1714500"/>
            <a:ext cx="314325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 thread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runs the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2857500"/>
            <a:ext cx="3143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 (when enabled)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loop: progressActiveRails()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2500" y="2857500"/>
            <a:ext cx="3143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fi_cq_read()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holding ep_mutex_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4425" y="2857500"/>
            <a:ext cx="2762250" cy="857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progress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 copy (cudaMemcpy)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33825" y="3286125"/>
            <a:ext cx="82867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05750" y="328612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762500" y="4191000"/>
            <a:ext cx="6734175" cy="8572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same lock guards posting writes;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calls that need it would wait (not measured)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34125" y="3714750"/>
            <a:ext cx="0" cy="476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0575" y="4286250"/>
            <a:ext cx="3143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started by NIXL;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it sets no CUDA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TP rank 1: progress thread on the wrong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Measured on the shm path with NIXL 1.4.0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as shipped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0575" y="1619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2762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destination: device 1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(decode TP rank 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3905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host-staged copy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 two steps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33725" y="2381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133725" y="3524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3412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creator's device (test patch)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15125" y="1619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15125" y="2762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destination: device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5125" y="3905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direct copy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8275" y="2381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58275" y="3524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09575" y="4953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decode TP rank 0 is unaffected: its device is the default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575" y="5334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why fixing the thread's device shortens decode steps: not known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Three setups on one node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Where each problem remains, as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NIXL 1.1.0, shm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sender: SAR on TP rank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receiver: not measured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receiving thread: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not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86250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NIXL 1.4.0, shm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6250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sender: CUDA IPC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250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receiver: wrong-GPU copy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 decode TP rank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 copies in the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2925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FI_EFA_ENABLE_SHM_TRANSFER=0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2925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shm path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2925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write through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EFA device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2925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shm receive copy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" y="4476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transfer alone is slower through the device; under load the KV transfer stage was shorter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