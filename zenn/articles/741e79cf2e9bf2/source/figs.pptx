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  <p:sldId id="261" r:id="rId7"/>
    <p:sldId id="262" r:id="rId6"/>
    <p:sldId id="263" r:id="rId5"/>
    <p:sldId id="264" r:id="rId4"/>
    <p:sldId id="265" r:id="rId3"/>
    <p:sldId id="266" r:id="rId2"/>
    <p:sldId id="267" r:id="rId20"/>
    <p:sldId id="268" r:id="rId21"/>
    <p:sldId id="26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Who moves the KV 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Prefill and decode on one node, NIXL with its LIBFABRIC backend, FI_PROVIDER=efa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527685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2925" y="12001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 prefill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75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0  (device 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62300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1  (device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75" y="2076450"/>
            <a:ext cx="48958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process per rank; device numbers as seen by each process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05575" y="1143000"/>
            <a:ext cx="527685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38925" y="12001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 decode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96075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0  (device 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1  (device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6075" y="2076450"/>
            <a:ext cx="48958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process per rank; device numbers as seen by each 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9575" y="2857500"/>
            <a:ext cx="1137285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 (LIBFABRIC backend)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9575" y="3676650"/>
            <a:ext cx="1137285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  efa provider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4629150"/>
            <a:ext cx="5334000" cy="857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the same node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 (shared memory, CUDA IPC)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8425" y="4629150"/>
            <a:ext cx="5334000" cy="857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another node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 (RDMA)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76575" y="4210050"/>
            <a:ext cx="0" cy="41910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15425" y="4210050"/>
            <a:ext cx="0" cy="4191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09575" y="5619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By default, same-node data does not go through the EFA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Who does what when NIXL writes to a same-node peer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FI_REMOTE_CQ_DATA is a libfabric flag; NIXL sets it, the libfabric providers act on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239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3875" y="12382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1907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3875" y="23050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 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32575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3875" y="33718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43243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3875" y="44386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2250" y="1323975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 the KV cache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2250" y="2390775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post an RDMA write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1.1.0 fi_writedata / 1.4.0 fi_writemsg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286250" y="1895475"/>
            <a:ext cx="0" cy="4953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86500" y="2505075"/>
            <a:ext cx="2381250" cy="3429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+ FI_REMOTE_CQ_DATA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10250" y="2676525"/>
            <a:ext cx="476250" cy="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86500" y="34575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this node?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77125" y="2847975"/>
            <a:ext cx="0" cy="60960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86875" y="34575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write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67750" y="3743325"/>
            <a:ext cx="619125" cy="0"/>
          </a:xfrm>
          <a:prstGeom prst="line">
            <a:avLst/>
          </a:prstGeom>
          <a:ln w="317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648700" y="3352800"/>
            <a:ext cx="66675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no, or</a:t>
            </a:r>
          </a:p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shm off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500" y="45243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flag set: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skip the CMA fast path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477125" y="4029075"/>
            <a:ext cx="0" cy="49530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572375" y="41148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yes, default (=1)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86875" y="4410075"/>
            <a:ext cx="2381250" cy="3619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memory: CUDA IPC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6875" y="4848225"/>
            <a:ext cx="2381250" cy="3619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setup fails: SAR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8667750" y="4591050"/>
            <a:ext cx="619125" cy="123825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667750" y="4905375"/>
            <a:ext cx="619125" cy="123825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0957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437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2882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362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4807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5287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with GPU memory: CUDA IPC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sender hands over a handle; the receiver opens it and copies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sender (posting thread)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48425" y="106680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receiver (progress loop)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5825" y="14287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find the buffer's base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cuMemGetAddressRange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5825" y="22860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export an IPC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cudaIpcGetMemHandle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5825" y="31432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 the handle in a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command in shared memory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76575" y="209550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76575" y="295275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24675" y="22860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open the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cudaIpcOpenMemHandle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24675" y="31432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copy into its own buffer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cudaMemcpy on its own thread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4675" y="40005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mark done after the copy returns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15425" y="295275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115425" y="381000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267325" y="2619375"/>
            <a:ext cx="1657350" cy="8572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5825" y="4095750"/>
            <a:ext cx="4381500" cy="571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sender sees completion only after that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267325" y="4333875"/>
            <a:ext cx="1657350" cy="47625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09575" y="5143500"/>
            <a:ext cx="11372850" cy="5715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writes carry FI_REMOTE_CQ_DATA, so shm does not take its sender-side fast path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SAR: segmentation and reassembly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fallback when preparing CUDA IPC fails: copy through shared host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381250" cy="857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1175" y="1428750"/>
            <a:ext cx="2381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9500" y="1143000"/>
            <a:ext cx="495300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14750" y="12001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receiver's shared memory: bounce buffers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910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721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1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42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52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4750" y="21717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up to 64 buffers of 32 KiB (also capped per peer), reused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90825" y="185737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72500" y="185737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90825" y="2333625"/>
            <a:ext cx="8286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2333625"/>
            <a:ext cx="8286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" y="3143250"/>
            <a:ext cx="11372850" cy="1905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53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 fills buffers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3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flag: FULL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33825" y="3810000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148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 drains them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48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flag: EMPTY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3325" y="3810000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9343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repeat until the whole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message is across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43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575" y="5334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Two copies per piece, relayed through shared host memory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current CUDA device is per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SGLang's NIXL transfer threads never select their GPU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11372850" cy="3810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 process, TP rank 1  (its KV cache is on device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1714500"/>
            <a:ext cx="3238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main thread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current device: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2857500"/>
            <a:ext cx="3238500" cy="8572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(never set)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000" y="2857500"/>
            <a:ext cx="285750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shm: where is this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buffer?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0" y="2857500"/>
            <a:ext cx="2857500" cy="8572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device 0 context: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address not found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CUDA_ERROR_NOT_FOUND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29075" y="3286125"/>
            <a:ext cx="9239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810500" y="3286125"/>
            <a:ext cx="762000" cy="0"/>
          </a:xfrm>
          <a:prstGeom prst="line">
            <a:avLst/>
          </a:prstGeom>
          <a:ln w="31750">
            <a:solidFill>
              <a:srgbClr val="E6504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3000" y="4000500"/>
            <a:ext cx="6477000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IPC handle: warn once, fall back to SAR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01250" y="3714750"/>
            <a:ext cx="0" cy="2857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TP rank 0 is unaffected only because its KV cache is on the default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5524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Tested patch (not upstream): set the device at the start of each transfer thread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1.4.0 restores the context before posting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 the measured setup, the SAR fallback warnings disappear without changing SGLang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NIXL 1.1.0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075" y="1524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 posts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33725" y="2190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81075" y="2476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33725" y="31432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81075" y="3429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 fails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33725" y="4095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1075" y="4381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NIXL 1.4.0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5625" y="1524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 posts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8275" y="2190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905625" y="2476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sets the registration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first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58275" y="31432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05625" y="3429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 succeeds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8275" y="4095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05625" y="4381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" y="5619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This fixes the sender side only; the receiver side is the next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NIXL's progress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background thread that polls completions; in the measured setup the shm receive copy ran in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11372850" cy="42862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process (one per TP rank)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1714500"/>
            <a:ext cx="314325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 thread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runs the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2857500"/>
            <a:ext cx="3143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 (when enabled)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loop: progressActiveRails()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2500" y="2857500"/>
            <a:ext cx="3143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fi_cq_read()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holding ep_mutex_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4425" y="2857500"/>
            <a:ext cx="2762250" cy="857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progress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 copy (cudaMemcpy)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33825" y="3286125"/>
            <a:ext cx="82867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5750" y="328612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762500" y="4191000"/>
            <a:ext cx="6734175" cy="8572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same lock guards posting writes;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calls that need it would wait (not measured)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34125" y="3714750"/>
            <a:ext cx="0" cy="476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0575" y="4286250"/>
            <a:ext cx="3143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started by NIXL;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it sets no CUDA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TP rank 1: progress thread on the wrong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Measured on the shm path with NIXL 1.4.0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as shipped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0575" y="1619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2762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destination: device 1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(decode TP rank 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3905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host-staged copy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 two steps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33725" y="2381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133725" y="3524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creator's device (test patch)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15125" y="1619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15125" y="2762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destination: device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5125" y="3905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direct copy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8275" y="2381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58275" y="3524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09575" y="4953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decode TP rank 0 is unaffected: its device is the default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575" y="5334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why fixing the thread's device shortens decode steps: not known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Three setups on one node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Where each problem remains, as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NIXL 1.1.0, shm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sender: SAR on TP rank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receiver: not measured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receiving thread: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not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86250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NIXL 1.4.0, shm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6250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sender: CUDA IPC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250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receiver: wrong-GPU copy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 decode TP rank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 copies in the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2925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FI_EFA_ENABLE_SHM_TRANSFER=0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2925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shm path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2925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write through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EFA device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2925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shm receive copy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" y="4476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transfer alone is slower through the device; under load the KV transfer stage was shorter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Where the bytes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libfabric with FI_PROVIDER=efa: another node vs the same node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5334000" cy="44767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another node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532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(node 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232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(node 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5325" y="2762250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2325" y="2762250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5325" y="385762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2325" y="385762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43075" y="2238375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743075" y="3333750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790825" y="4143375"/>
            <a:ext cx="571500" cy="0"/>
          </a:xfrm>
          <a:prstGeom prst="line">
            <a:avLst/>
          </a:prstGeom>
          <a:ln w="3810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410075" y="3333750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410075" y="2238375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5325" y="4667250"/>
            <a:ext cx="4762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through the network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8425" y="1143000"/>
            <a:ext cx="5334000" cy="44767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925" y="121920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the same node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3417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of process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0117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of process 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4175" y="2571750"/>
            <a:ext cx="4762500" cy="5143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provider: the peer is local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34175" y="3524250"/>
            <a:ext cx="2286000" cy="1047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default (=1)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 or SAR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10675" y="3524250"/>
            <a:ext cx="228600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=0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(measured: RDMA write)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781925" y="2238375"/>
            <a:ext cx="0" cy="3333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77175" y="3086100"/>
            <a:ext cx="0" cy="4381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353675" y="3086100"/>
            <a:ext cx="0" cy="438150"/>
          </a:xfrm>
          <a:prstGeom prst="line">
            <a:avLst/>
          </a:prstGeom>
          <a:ln w="317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34175" y="4714875"/>
            <a:ext cx="4762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FI_EFA_ENABLE_SHM_TRANSFER</a:t>
            </a:r>
          </a:p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decides which 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Commands and responses go through regions of host memory; how the data moves depends on the protocol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85750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process A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(sender)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24925" y="1428750"/>
            <a:ext cx="285750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process B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(receiver)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38575" y="1143000"/>
            <a:ext cx="4514850" cy="190500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3825" y="1219200"/>
            <a:ext cx="4324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receiver's region in host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4325" y="1571625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command queue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24325" y="2286000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 bounce buffers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67075" y="1857375"/>
            <a:ext cx="85725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67675" y="1857375"/>
            <a:ext cx="85725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38575" y="3524250"/>
            <a:ext cx="45148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3825" y="3600450"/>
            <a:ext cx="4324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sender's region in host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24325" y="3952875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response queue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8067675" y="2476500"/>
            <a:ext cx="1076325" cy="1619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3048000" y="2476500"/>
            <a:ext cx="1076325" cy="1619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09575" y="2667000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opens the receiver's region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(shm_open + mmap)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Each process creates its own region and maps its peers' regions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send into a GPU buffer: the receiver copies with a handle from the sender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314325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 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39175" y="1428750"/>
            <a:ext cx="31432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 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05325" y="1047750"/>
            <a:ext cx="3181350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(in a shm command)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3552825" y="1381125"/>
            <a:ext cx="952500" cy="238125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86675" y="1381125"/>
            <a:ext cx="952500" cy="238125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52825" y="2238375"/>
            <a:ext cx="5086350" cy="0"/>
          </a:xfrm>
          <a:prstGeom prst="line">
            <a:avLst/>
          </a:prstGeom>
          <a:ln w="444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05325" y="2333625"/>
            <a:ext cx="3181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 copy, done by the receiver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3238500"/>
            <a:ext cx="11372850" cy="114300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0075" y="3333750"/>
            <a:ext cx="10991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precondition on the sender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075" y="3667125"/>
            <a:ext cx="109918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cuMemGetAddressRange must find the buffer in the sending thread's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current CUDA context, or no handle can be exported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Segmentation and reassembly through bounce buffers; here, after the IPC handle fails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57175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 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10675" y="1428750"/>
            <a:ext cx="25717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 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24325" y="1333500"/>
            <a:ext cx="39433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19575" y="1390650"/>
            <a:ext cx="37528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receiver's shared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00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863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26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389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81325" y="1952625"/>
            <a:ext cx="114300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67675" y="1952625"/>
            <a:ext cx="114300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81325" y="2047875"/>
            <a:ext cx="114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1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(sender)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7675" y="2047875"/>
            <a:ext cx="114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2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(receiver)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3143250"/>
            <a:ext cx="113728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075" y="3286125"/>
            <a:ext cx="10991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per piece: sender copies in, receiver copies out, buffer reused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075" y="3714750"/>
            <a:ext cx="109918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repeated until the whole message is across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(2 copies per piece, versus 1 copy with CUDA IPC)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What was measured, and 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hardware counter of the EFA device, read through sysfs from a probe Pod on the same node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047750"/>
            <a:ext cx="11372850" cy="666750"/>
          </a:xfrm>
          <a:prstGeom prst="roundRect">
            <a:avLst>
              <a:gd name="adj" fmla="val 1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123950"/>
            <a:ext cx="109918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100" b="1">
                <a:solidFill>
                  <a:srgbClr val="F5F5F8"/>
                </a:solidFill>
                <a:latin typeface="Consolas"/>
              </a:rPr>
              <a:t>/sys/class/infiniband/&lt;device&gt;/ports/1/hw_counters/rdma_write_bytes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75" y="1428750"/>
            <a:ext cx="109918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reading this file returns the device's counter at that moment (fetched again if the last fetch is older than about 10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1905000"/>
            <a:ext cx="7810500" cy="4286250"/>
          </a:xfrm>
          <a:prstGeom prst="roundRect">
            <a:avLst>
              <a:gd name="adj" fmla="val 3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50" y="1962150"/>
            <a:ext cx="3810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node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75" y="2381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5F5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probe Pod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(hostNetwork)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reads the 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5075" y="2381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kernel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core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(sysfs read)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0075" y="2381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kernel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driver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GET_STATS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5075" y="2381250"/>
            <a:ext cx="1714500" cy="3619500"/>
          </a:xfrm>
          <a:prstGeom prst="roundRect">
            <a:avLst>
              <a:gd name="adj" fmla="val 6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0325" y="2457450"/>
            <a:ext cx="152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0325" y="2857500"/>
            <a:ext cx="1524000" cy="571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write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byte counter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19325" y="2714625"/>
            <a:ext cx="285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219325" y="3143250"/>
            <a:ext cx="285750" cy="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24325" y="2714625"/>
            <a:ext cx="285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124325" y="3143250"/>
            <a:ext cx="285750" cy="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9325" y="2714625"/>
            <a:ext cx="285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029325" y="3143250"/>
            <a:ext cx="285750" cy="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0075" y="3486150"/>
            <a:ext cx="5715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white: read request      yellow: counter value returned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0075" y="4095750"/>
            <a:ext cx="5334000" cy="1905000"/>
          </a:xfrm>
          <a:prstGeom prst="roundRect">
            <a:avLst>
              <a:gd name="adj" fmla="val 6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325" y="4152900"/>
            <a:ext cx="5143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engine Pod (no hostNetwork)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5825" y="4495800"/>
            <a:ext cx="2190750" cy="6096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TP0  TP1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57575" y="4495800"/>
            <a:ext cx="2190750" cy="6096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TP0  TP1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325" y="5257800"/>
            <a:ext cx="5143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hw_counters is not visible inside this Pod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34075" y="4667250"/>
            <a:ext cx="381000" cy="0"/>
          </a:xfrm>
          <a:prstGeom prst="line">
            <a:avLst/>
          </a:prstGeom>
          <a:ln w="381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934075" y="5334000"/>
            <a:ext cx="381000" cy="0"/>
          </a:xfrm>
          <a:prstGeom prst="line">
            <a:avLst/>
          </a:prstGeom>
          <a:ln w="381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10325" y="4476750"/>
            <a:ext cx="1571625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KV cache</a:t>
            </a:r>
          </a:p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as RDMA writes</a:t>
            </a:r>
          </a:p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(shm off)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05825" y="1905000"/>
            <a:ext cx="3276600" cy="4286250"/>
          </a:xfrm>
          <a:prstGeom prst="roundRect">
            <a:avLst>
              <a:gd name="adj" fmla="val 3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1075" y="1981200"/>
            <a:ext cx="3086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rdma_write_bytes, 17 requests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96325" y="2333625"/>
            <a:ext cx="2895600" cy="762000"/>
          </a:xfrm>
          <a:prstGeom prst="roundRect">
            <a:avLst>
              <a:gd name="adj" fmla="val 6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91575" y="2381250"/>
            <a:ext cx="2705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shm on (default)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91575" y="2647950"/>
            <a:ext cx="2705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measured: 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96325" y="3238500"/>
            <a:ext cx="2895600" cy="2000250"/>
          </a:xfrm>
          <a:prstGeom prst="roundRect">
            <a:avLst>
              <a:gd name="adj" fmla="val 6000"/>
            </a:avLst>
          </a:prstGeom>
          <a:solidFill>
            <a:srgbClr val="343840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91575" y="3295650"/>
            <a:ext cx="2705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shm off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91575" y="3562350"/>
            <a:ext cx="27051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measured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8,663,389,312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91575" y="4114800"/>
            <a:ext cx="27051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computed KV volume</a:t>
            </a:r>
          </a:p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8,663,334,912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91575" y="4705350"/>
            <a:ext cx="27051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ratio 1.0000063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1075" y="5381625"/>
            <a:ext cx="30861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computed: 31,104 B/token</a:t>
            </a:r>
          </a:p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x 8,192 tokens x 2 ranks x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