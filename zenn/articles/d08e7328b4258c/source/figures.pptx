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Who writes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Same GPT decoder, two ways onto Trainium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0" y="1104900"/>
            <a:ext cx="419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NxD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24750" y="1104900"/>
            <a:ext cx="419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vLLM Neuron plugin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575" y="1428750"/>
            <a:ext cx="22860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generate()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7500" y="1428750"/>
            <a:ext cx="4191000" cy="7239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bridge class for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Hugging Face generate()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24750" y="1428750"/>
            <a:ext cx="4191000" cy="7239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vLLM scheduler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575" y="2286000"/>
            <a:ext cx="22860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prefill / decode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57500" y="2286000"/>
            <a:ext cx="4191000" cy="7239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 applications,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copied via CPU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4750" y="2286000"/>
            <a:ext cx="4191000" cy="7239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 model, branch on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attn_metadata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575" y="3143250"/>
            <a:ext cx="22860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cache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57500" y="3143250"/>
            <a:ext cx="4191000" cy="7239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aliases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4750" y="3143250"/>
            <a:ext cx="4191000" cy="7239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paged cache by vLLM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+ your scatter / gather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575" y="4000500"/>
            <a:ext cx="22860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Layers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57500" y="4000500"/>
            <a:ext cx="4191000" cy="7239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attention, MLP, norms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4750" y="4000500"/>
            <a:ext cx="4191000" cy="7239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projections, MLP, norms,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embeddings, decode mask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575" y="4857750"/>
            <a:ext cx="22860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NKI kernels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57500" y="4857750"/>
            <a:ext cx="4191000" cy="7239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4750" y="4857750"/>
            <a:ext cx="4191000" cy="7239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flash_attention,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merge_prompt_embeds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575" y="58674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850" y="5829300"/>
            <a:ext cx="1333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you write 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0750" y="58674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86025" y="58293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framework provides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Prefill: where flash_attention reads k and v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30 layers, real weights, one torch.compile, vs CPU fp32 (first token 225)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123950"/>
            <a:ext cx="7620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DC2658"/>
                </a:solidFill>
                <a:latin typeface="Amazon Ember"/>
                <a:ea typeface="メイリオ"/>
                <a:cs typeface="メイリオ"/>
              </a:rPr>
              <a:t>k, v straight from the projection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485900"/>
            <a:ext cx="1428750" cy="5334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q, k, v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38325" y="1752600"/>
            <a:ext cx="2286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66925" y="1485900"/>
            <a:ext cx="1428750" cy="5334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write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95675" y="1752600"/>
            <a:ext cx="2286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24275" y="1485900"/>
            <a:ext cx="142875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flash_attention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53025" y="1752600"/>
            <a:ext cx="2286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81625" y="1485900"/>
            <a:ext cx="1428750" cy="5334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o_proj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23950" y="2019300"/>
            <a:ext cx="0" cy="266700"/>
          </a:xfrm>
          <a:prstGeom prst="line">
            <a:avLst/>
          </a:prstGeom>
          <a:ln w="19050">
            <a:solidFill>
              <a:srgbClr val="DC2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23950" y="2286000"/>
            <a:ext cx="3067050" cy="0"/>
          </a:xfrm>
          <a:prstGeom prst="line">
            <a:avLst/>
          </a:prstGeom>
          <a:ln w="19050">
            <a:solidFill>
              <a:srgbClr val="DC2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191000" y="2019300"/>
            <a:ext cx="0" cy="266700"/>
          </a:xfrm>
          <a:prstGeom prst="line">
            <a:avLst/>
          </a:prstGeom>
          <a:ln w="19050">
            <a:solidFill>
              <a:srgbClr val="DC2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0" y="1485900"/>
            <a:ext cx="2571750" cy="533400"/>
          </a:xfrm>
          <a:prstGeom prst="roundRect">
            <a:avLst>
              <a:gd name="adj" fmla="val 10000"/>
            </a:avLst>
          </a:prstGeom>
          <a:solidFill>
            <a:srgbClr val="461020"/>
          </a:solidFill>
          <a:ln w="15875">
            <a:solidFill>
              <a:srgbClr val="DC2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cosine 0.814, token 1023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575" y="2762250"/>
            <a:ext cx="7620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k, v read back from the cache after the write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9575" y="3124200"/>
            <a:ext cx="1428750" cy="5334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q, k, v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38325" y="3390900"/>
            <a:ext cx="2286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066925" y="3124200"/>
            <a:ext cx="1428750" cy="5334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write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95675" y="3390900"/>
            <a:ext cx="2286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724275" y="3124200"/>
            <a:ext cx="1428750" cy="5334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read back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53025" y="3390900"/>
            <a:ext cx="2286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381625" y="3124200"/>
            <a:ext cx="142875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flash_attention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10375" y="3390900"/>
            <a:ext cx="2286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038975" y="3124200"/>
            <a:ext cx="1428750" cy="5334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o_proj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3124200"/>
            <a:ext cx="257175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cosine 0.999988, token 225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575" y="4286250"/>
            <a:ext cx="7620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Decode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9575" y="4648200"/>
            <a:ext cx="1428750" cy="5334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q, k, v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838325" y="4914900"/>
            <a:ext cx="2286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066925" y="4648200"/>
            <a:ext cx="1428750" cy="5334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write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495675" y="4914900"/>
            <a:ext cx="2286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724275" y="4648200"/>
            <a:ext cx="1428750" cy="5334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gather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153025" y="4914900"/>
            <a:ext cx="2286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381625" y="4648200"/>
            <a:ext cx="1428750" cy="5334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matmul + softmax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4648200"/>
            <a:ext cx="2571750" cy="5334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 flash_attention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What the engine sends that a hand-written loop did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Each one breaks generation; each fix is small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2190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2250" y="1066800"/>
            <a:ext cx="4286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engine sends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24750" y="1066800"/>
            <a:ext cx="4286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575" y="1428750"/>
            <a:ext cx="2286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prompt_is_token_ids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62250" y="1428750"/>
            <a:ext cx="4286250" cy="857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dropped by the plugin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prefix replaced by token 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48500" y="1857375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524750" y="1428750"/>
            <a:ext cx="419100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1-line patch to the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installed plugin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575" y="2571750"/>
            <a:ext cx="2286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positions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62250" y="2571750"/>
            <a:ext cx="4286250" cy="857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global index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first audio token = 69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8500" y="3000375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24750" y="2571750"/>
            <a:ext cx="41910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local index =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cumsum(is_token_ids) - 1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575" y="3714750"/>
            <a:ext cx="2286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block_table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62250" y="3714750"/>
            <a:ext cx="4286250" cy="857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[1, 2, 3, -1]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block 0 reserved, -1 = none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48500" y="4143375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24750" y="3714750"/>
            <a:ext cx="41910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clamp -1 to 0,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mask from block_table[0]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575" y="58674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850" y="5829300"/>
            <a:ext cx="1333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model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0750" y="58674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86025" y="58293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plugin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