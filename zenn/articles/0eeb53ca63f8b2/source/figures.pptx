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NCCL to the wire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Each layer has one job.  Data skips the kernel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23950"/>
            <a:ext cx="1905000" cy="590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5075" y="1123950"/>
            <a:ext cx="1905000" cy="590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2395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collectives, point-to-point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847850"/>
            <a:ext cx="1905000" cy="5905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aws-ofi-nccl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4785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NCCL net plugin -&gt; libfabric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57575" y="1714500"/>
            <a:ext cx="0" cy="8572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9575" y="2571750"/>
            <a:ext cx="4000500" cy="5905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libfabric  EFA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7175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fabric: ordering, large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3295650"/>
            <a:ext cx="4000500" cy="590550"/>
          </a:xfrm>
          <a:prstGeom prst="roundRect">
            <a:avLst>
              <a:gd name="adj" fmla="val 10000"/>
            </a:avLst>
          </a:prstGeom>
          <a:solidFill>
            <a:srgbClr val="2C1E4A"/>
          </a:solidFill>
          <a:ln w="15875">
            <a:solidFill>
              <a:srgbClr val="966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rdma-core  libibverbs + efa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565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queues and doorbells in user 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0" y="3543300"/>
            <a:ext cx="3209925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efa.ko  (kernel driver)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4095750"/>
            <a:ext cx="32099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setup: queues, memory registration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10075" y="3810000"/>
            <a:ext cx="4162425" cy="0"/>
          </a:xfrm>
          <a:prstGeom prst="line">
            <a:avLst/>
          </a:prstGeom>
          <a:ln w="19050">
            <a:solidFill>
              <a:srgbClr val="FBD3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6000" y="382905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control path (syscall)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4476750"/>
            <a:ext cx="113728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Nitro card:  EFA device  +  SRD  (multipath, retransmit, congestion control)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09825" y="3886200"/>
            <a:ext cx="0" cy="59055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05075" y="40576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data path: no syscall, no kernel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72700" y="4324350"/>
            <a:ext cx="0" cy="1524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9575" y="51435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spine-leaf Ethernet fabric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8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8750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24025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22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2C1E4A"/>
          </a:solidFill>
          <a:ln w="15875">
            <a:solidFill>
              <a:srgbClr val="966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75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rdma-core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075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kernel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72150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7425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Nitro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Nitro: I/O moves off the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host CPU runs the workload; cards run network and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4953000" cy="22098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954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EC2 instance (guest)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3543300"/>
            <a:ext cx="4953000" cy="6667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5325" y="1714500"/>
            <a:ext cx="4381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CPU / GPU / Trainium  (workload)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2495550"/>
            <a:ext cx="4381500" cy="381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ENA / EFA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325" y="2952750"/>
            <a:ext cx="4381500" cy="381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NVMe driver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3638550"/>
            <a:ext cx="43815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host: Nitro Hypervisor (CPU and memory 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5575" y="1238250"/>
            <a:ext cx="527685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6075" y="12954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Nitro cards (PCIe)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1325" y="1714500"/>
            <a:ext cx="470535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Card for VPC: ENA, EFA, SRD, encryption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91325" y="2571750"/>
            <a:ext cx="470535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Card for EBS: NVMe, encryption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1325" y="3333750"/>
            <a:ext cx="470535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Nitro Controller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076825" y="2047875"/>
            <a:ext cx="1714500" cy="6381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076825" y="2857500"/>
            <a:ext cx="171450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34000" y="220980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SR-IOV VF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3067050"/>
            <a:ext cx="1333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SR-IOV VF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workload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73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26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guest driver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480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433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When a lost packet needs a timeout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TCP waits on the same path; SRD resends fast, and reroutes if the path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619250"/>
            <a:ext cx="114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9250" y="1619250"/>
            <a:ext cx="857250" cy="571500"/>
          </a:xfrm>
          <a:prstGeom prst="roundRect">
            <a:avLst>
              <a:gd name="adj" fmla="val 6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33650" y="1619250"/>
            <a:ext cx="5334000" cy="571500"/>
          </a:xfrm>
          <a:prstGeom prst="roundRect">
            <a:avLst>
              <a:gd name="adj" fmla="val 6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wait for timeout  (min RTO 50 ms in the paper)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800" y="1619250"/>
            <a:ext cx="1619250" cy="571500"/>
          </a:xfrm>
          <a:prstGeom prst="roundRect">
            <a:avLst>
              <a:gd name="adj" fmla="val 6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resend, same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2857500"/>
            <a:ext cx="114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9250" y="2857500"/>
            <a:ext cx="857250" cy="571500"/>
          </a:xfrm>
          <a:prstGeom prst="roundRect">
            <a:avLst>
              <a:gd name="adj" fmla="val 6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3650" y="2857500"/>
            <a:ext cx="2476500" cy="571500"/>
          </a:xfrm>
          <a:prstGeom prst="roundRect">
            <a:avLst>
              <a:gd name="adj" fmla="val 6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fast resend, reroute if failed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SRD uses paths on ordinary switches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Switches still hash; the sender changes what they hash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sender's Nitro card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RTT per path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67075" y="1857375"/>
            <a:ext cx="666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933825" y="1428750"/>
            <a:ext cx="3143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packet header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(encapsulation varies)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77075" y="1857375"/>
            <a:ext cx="666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43825" y="1428750"/>
            <a:ext cx="40386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switch ECMP hash -&gt; spine 1..4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4825" y="2762250"/>
            <a:ext cx="76200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8505825" y="2286000"/>
            <a:ext cx="1257300" cy="476250"/>
          </a:xfrm>
          <a:prstGeom prst="line">
            <a:avLst/>
          </a:prstGeom>
          <a:ln w="15875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39225" y="2762250"/>
            <a:ext cx="76200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S2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9420225" y="2286000"/>
            <a:ext cx="342900" cy="476250"/>
          </a:xfrm>
          <a:prstGeom prst="line">
            <a:avLst/>
          </a:prstGeom>
          <a:ln w="15875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953625" y="2762250"/>
            <a:ext cx="76200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63125" y="2286000"/>
            <a:ext cx="571500" cy="476250"/>
          </a:xfrm>
          <a:prstGeom prst="line">
            <a:avLst/>
          </a:prstGeom>
          <a:ln w="1587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868025" y="2762250"/>
            <a:ext cx="76200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63125" y="2286000"/>
            <a:ext cx="1485900" cy="47625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9575" y="4000500"/>
            <a:ext cx="3667125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high RTT -&gt; fewer packets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7200" y="4000500"/>
            <a:ext cx="3667125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failed -&gt; reroute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4825" y="4000500"/>
            <a:ext cx="3667125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rate + inflight limit per connection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Nitro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Measured: SRD stays near ideal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Flow completion time (FCT) relative to ideal.  Shalev et al., IEEE Micro 2020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43250" y="1333500"/>
            <a:ext cx="0" cy="3619500"/>
          </a:xfrm>
          <a:prstGeom prst="line">
            <a:avLst/>
          </a:prstGeom>
          <a:ln w="9525">
            <a:solidFill>
              <a:srgbClr val="3438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57500" y="49911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90530" y="1333500"/>
            <a:ext cx="0" cy="3619500"/>
          </a:xfrm>
          <a:prstGeom prst="line">
            <a:avLst/>
          </a:prstGeom>
          <a:ln w="9525">
            <a:solidFill>
              <a:srgbClr val="3438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04780" y="49911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9345" y="1333500"/>
            <a:ext cx="0" cy="3619500"/>
          </a:xfrm>
          <a:prstGeom prst="line">
            <a:avLst/>
          </a:prstGeom>
          <a:ln w="9525">
            <a:solidFill>
              <a:srgbClr val="3438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53595" y="49911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5x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86625" y="1333500"/>
            <a:ext cx="0" cy="3619500"/>
          </a:xfrm>
          <a:prstGeom prst="line">
            <a:avLst/>
          </a:prstGeom>
          <a:ln w="9525">
            <a:solidFill>
              <a:srgbClr val="3438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00875" y="49911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10x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33905" y="1333500"/>
            <a:ext cx="0" cy="3619500"/>
          </a:xfrm>
          <a:prstGeom prst="line">
            <a:avLst/>
          </a:prstGeom>
          <a:ln w="9525">
            <a:solidFill>
              <a:srgbClr val="3438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48155" y="49911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20x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82720" y="1333500"/>
            <a:ext cx="0" cy="3619500"/>
          </a:xfrm>
          <a:prstGeom prst="line">
            <a:avLst/>
          </a:prstGeom>
          <a:ln w="9525">
            <a:solidFill>
              <a:srgbClr val="3438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96970" y="49911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50x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0" y="1333500"/>
            <a:ext cx="0" cy="3619500"/>
          </a:xfrm>
          <a:prstGeom prst="line">
            <a:avLst/>
          </a:prstGeom>
          <a:ln w="9525">
            <a:solidFill>
              <a:srgbClr val="3438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144250" y="49911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100x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1333500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48 flows into one 100 Gb/s link: max FCT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163830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43250" y="1695450"/>
            <a:ext cx="138487" cy="30480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7937" y="1638300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close to ideal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575" y="211455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142" y="2171700"/>
            <a:ext cx="3413763" cy="304800"/>
          </a:xfrm>
          <a:prstGeom prst="roundRect">
            <a:avLst>
              <a:gd name="adj" fmla="val 2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0105" y="2114550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DC2658"/>
                </a:solidFill>
                <a:latin typeface="Amazon Ember"/>
                <a:ea typeface="メイリオ"/>
                <a:cs typeface="メイリオ"/>
              </a:rPr>
              <a:t>3-20x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" y="2857500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8 server pairs across racks, uplinks 50% busy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575" y="316230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SRD median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43250" y="3219450"/>
            <a:ext cx="251494" cy="30480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0944" y="3162300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+15%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575" y="363855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TCP mean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43250" y="3695700"/>
            <a:ext cx="729612" cy="304800"/>
          </a:xfrm>
          <a:prstGeom prst="roundRect">
            <a:avLst>
              <a:gd name="adj" fmla="val 2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49062" y="3638550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DC2658"/>
                </a:solidFill>
                <a:latin typeface="Amazon Ember"/>
                <a:ea typeface="メイリオ"/>
                <a:cs typeface="メイリオ"/>
              </a:rPr>
              <a:t>+50%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575" y="411480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TCP tail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6625" y="4171950"/>
            <a:ext cx="4143375" cy="304800"/>
          </a:xfrm>
          <a:prstGeom prst="roundRect">
            <a:avLst>
              <a:gd name="adj" fmla="val 2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06200" y="4114800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DC2658"/>
                </a:solidFill>
                <a:latin typeface="Amazon Ember"/>
                <a:ea typeface="メイリオ"/>
                <a:cs typeface="メイリオ"/>
              </a:rPr>
              <a:t>10-100x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Setup through the kernel, data straight to the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Setup when resources are created; the data path on every send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954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setup  (when needed)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77165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 queue pair, completion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325" y="253365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register memory: pin pages, get a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329565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map queues and doorbell into user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75" y="4191000"/>
            <a:ext cx="4953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libibverbs -&gt; /dev/infiniband/uverbs -&gt; efa.ko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-&gt; admin queue -&gt;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8425" y="123825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925" y="12954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data transfer  (every message)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4175" y="177165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write work request into the mapped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4175" y="253365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ring the doorbell (MMIO write)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4175" y="329565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device DMAs from registered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4175" y="405765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poll completion queue in user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kernel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8592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120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user space +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the efa fabric adds on top of SRD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 EFA provider.  efa-direct skips these protocols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3429000" cy="3619500"/>
          </a:xfrm>
          <a:prstGeom prst="roundRect">
            <a:avLst>
              <a:gd name="adj" fmla="val 6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SRD (device)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reliable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unordered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small datagrams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0075" y="1238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6575" y="1238250"/>
            <a:ext cx="48958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reorder window per sender  (FI_EFA_RECVWIN_SIZE)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838575" y="1619250"/>
            <a:ext cx="571500" cy="1428750"/>
          </a:xfrm>
          <a:prstGeom prst="line">
            <a:avLst/>
          </a:prstGeom>
          <a:ln w="15875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10075" y="2143125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large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6575" y="2143125"/>
            <a:ext cx="48958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eager / medium / long (CTS) / read protocols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838575" y="2524125"/>
            <a:ext cx="571500" cy="523875"/>
          </a:xfrm>
          <a:prstGeom prst="line">
            <a:avLst/>
          </a:prstGeom>
          <a:ln w="15875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10075" y="304800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575" y="3048000"/>
            <a:ext cx="48958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provider instead of the NIC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8575" y="3048000"/>
            <a:ext cx="571500" cy="381000"/>
          </a:xfrm>
          <a:prstGeom prst="line">
            <a:avLst/>
          </a:prstGeom>
          <a:ln w="15875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10075" y="3952875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/ Trainium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3952875"/>
            <a:ext cx="48958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HMEM: DMA to accelerator memory (peer to peer)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38575" y="3048000"/>
            <a:ext cx="571500" cy="1285875"/>
          </a:xfrm>
          <a:prstGeom prst="line">
            <a:avLst/>
          </a:prstGeom>
          <a:ln w="15875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 EFA provider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5752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5676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tells the sender to slow down?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Credits: the receiver says how much it can take.  SRD: the sender infers it from 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5543550" cy="40957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1975" y="1219200"/>
            <a:ext cx="5238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Credit-based flow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975" y="1504950"/>
            <a:ext cx="523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e.g. InfiniBand link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325" y="2000250"/>
            <a:ext cx="1714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52875" y="2000250"/>
            <a:ext cx="1714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09825" y="2209800"/>
            <a:ext cx="15430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09825" y="1924050"/>
            <a:ext cx="1543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09825" y="2495550"/>
            <a:ext cx="15430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09825" y="2533650"/>
            <a:ext cx="1543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credits: N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25" y="3143250"/>
            <a:ext cx="49720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credits = 0  -&gt;  sender waits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3810000"/>
            <a:ext cx="49720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receiver decides, explicitly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5" y="1143000"/>
            <a:ext cx="5543550" cy="40957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275" y="1219200"/>
            <a:ext cx="5238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SRD congestion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1504950"/>
            <a:ext cx="5238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Nitro card, per connection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4625" y="2000250"/>
            <a:ext cx="1714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2175" y="2000250"/>
            <a:ext cx="1714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39125" y="2209800"/>
            <a:ext cx="15430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39125" y="1924050"/>
            <a:ext cx="1543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239125" y="2495550"/>
            <a:ext cx="15430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9125" y="2533650"/>
            <a:ext cx="1543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4625" y="3143250"/>
            <a:ext cx="497205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ACK timing -&gt; delivery rate,  RTT per 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24625" y="3905250"/>
            <a:ext cx="49720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lowers its own rate and inflight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4572000"/>
            <a:ext cx="49720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sender decides, by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SRD decides it is congested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Shalev et al., IEEE Micro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287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352550"/>
            <a:ext cx="28575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RTT of each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019300"/>
            <a:ext cx="28575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delivery rate (ACK timing)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2686050"/>
            <a:ext cx="28575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 recent send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500" y="1352550"/>
            <a:ext cx="34290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RTT up on one path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7075" y="1619250"/>
            <a:ext cx="733425" cy="666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29500" y="1685925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01000" y="1352550"/>
            <a:ext cx="3781425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that path is busy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move packets to other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500" y="2571750"/>
            <a:ext cx="3429000" cy="1047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RTT up on most paths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or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delivery rate &lt; send rate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67075" y="2286000"/>
            <a:ext cx="733425" cy="571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67075" y="1733550"/>
            <a:ext cx="733425" cy="9810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67075" y="2952750"/>
            <a:ext cx="733425" cy="95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9500" y="3095625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01000" y="2571750"/>
            <a:ext cx="3781425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whole connection is congested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(e.g. incast)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lower rate limit and inflight limit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4191000"/>
            <a:ext cx="113728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goal: fair share with minimum bytes in flight  (no queue build-up, no drops as the signal)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