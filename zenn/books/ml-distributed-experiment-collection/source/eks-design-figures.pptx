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GPU node AMI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built by the AMI stack.  Blue: you bring it.  Grey: EKS picks it.  Yellow: the node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NodeAmiId 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90825" y="16192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67075" y="123825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existing AMI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77075" y="1619250"/>
            <a:ext cx="571500" cy="9525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9575" y="228600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NodeImagePackages 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0825" y="266700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67075" y="2286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Image Builder: EKS standard AMI +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7075" y="306705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requires NodeImageAssertPaths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077075" y="2571750"/>
            <a:ext cx="571500" cy="9525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9575" y="33337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NodeImageRecipeArn 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90825" y="3714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67075" y="333375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Image Builder: your recipe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7075" y="411480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your recipe carries its tests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077075" y="2571750"/>
            <a:ext cx="571500" cy="114300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57200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empty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90825" y="495300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67075" y="4572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picks the AMI from AmiType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8575" y="1905000"/>
            <a:ext cx="2095500" cy="1333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 template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the AMI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8575" y="32766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AmiType CUSTOM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full NodeConfig in user data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077075" y="4000500"/>
            <a:ext cx="3048000" cy="952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48575" y="49530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AMI ID in launch template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44075" y="2571750"/>
            <a:ext cx="381000" cy="571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25075" y="2762250"/>
            <a:ext cx="1657350" cy="1333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managed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75" y="561975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Two or more set: rejected before any resource is created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cluster, one node group stack per GPU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shared, installed by the first stack.  Green: one per stack.  Yellow: how capacity is obtained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11372850" cy="104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00150"/>
            <a:ext cx="1047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EKS cluster  (each GPU group: an eks-add-gpu-nodegroup.yaml stack)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543050"/>
            <a:ext cx="34290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NVIDIA device plugin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9575" y="1543050"/>
            <a:ext cx="34290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 plugin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9075" y="1543050"/>
            <a:ext cx="3810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release per plugin;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later stacks reuse it if versions match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38375" y="2190750"/>
            <a:ext cx="0" cy="3810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9575" y="2571750"/>
            <a:ext cx="36576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6479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NodeGroupName =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289560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nested stack created by 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75" y="31813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node group (g7e.12xlarge)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75" y="369570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CodeBuild bootstrap + access 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75" y="42100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verify this group: Ready + GPU/EFA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075" y="4724400"/>
            <a:ext cx="32766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pre-pull DaemonSet (if PrePullImage)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75" y="5181600"/>
            <a:ext cx="3276600" cy="4572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On-Demand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placement group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2190750"/>
            <a:ext cx="0" cy="3810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67200" y="2571750"/>
            <a:ext cx="36576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200" y="26479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NodeGroupName = ng-g7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200" y="289560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standalone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7700" y="31813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node group (g7.48xlarge)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7700" y="369570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CodeBuild bootstrap + access entry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7700" y="42100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verify this group: Ready + GPU/EFA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7700" y="4724400"/>
            <a:ext cx="32766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pre-pull DaemonSet (if PrePullImage)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7700" y="5181600"/>
            <a:ext cx="3276600" cy="4572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targeted ODCR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placement group)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53625" y="2190750"/>
            <a:ext cx="0" cy="3810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24825" y="2571750"/>
            <a:ext cx="36576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4825" y="26479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NodeGroupName = ng-p5en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4825" y="289560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standalone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15325" y="31813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node group (p5en.48xlarge)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5325" y="369570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CodeBuild bootstrap + access entry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15325" y="4210050"/>
            <a:ext cx="3276600" cy="438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verify this group: Ready + GPU/EFA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15325" y="4724400"/>
            <a:ext cx="32766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pre-pull DaemonSet (if PrePullImage)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5325" y="5181600"/>
            <a:ext cx="3276600" cy="4572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Capacity Block, CAPACITY_BLOCK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placement group)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