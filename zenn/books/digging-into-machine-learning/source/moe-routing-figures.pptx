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token through a top-2 MoE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router, selected experts.  Grey: idle experts, top-2 step.  Blue: token, output.  Yellow: backward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857500"/>
            <a:ext cx="1238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24075" y="27622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 = W_r · 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7825" y="31908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19575" y="27622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softmax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then top-2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3325" y="31908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00825" y="13335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825" y="18669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0825" y="24003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0825" y="29337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0825" y="34671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0825" y="40005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0825" y="45339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0825" y="5067300"/>
            <a:ext cx="161925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8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38825" y="2638425"/>
            <a:ext cx="762000" cy="4095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38825" y="3286125"/>
            <a:ext cx="762000" cy="4191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57875" y="24003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7875" y="36195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2075" y="2857500"/>
            <a:ext cx="2762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 = p3 · E3(x) + p5 · E5(x)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0075" y="2638425"/>
            <a:ext cx="762000" cy="4095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220075" y="3333750"/>
            <a:ext cx="762000" cy="3714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63200" y="3524250"/>
            <a:ext cx="0" cy="2762250"/>
          </a:xfrm>
          <a:prstGeom prst="line">
            <a:avLst/>
          </a:prstGeom>
          <a:ln w="25400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33700" y="6286500"/>
            <a:ext cx="7429500" cy="0"/>
          </a:xfrm>
          <a:prstGeom prst="line">
            <a:avLst/>
          </a:prstGeom>
          <a:ln w="25400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33700" y="3619500"/>
            <a:ext cx="0" cy="2667000"/>
          </a:xfrm>
          <a:prstGeom prst="line">
            <a:avLst/>
          </a:prstGeom>
          <a:ln w="25400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29000" y="58864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backward pass: via p3 and p5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0287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 experts, 2 selected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Imbalance reinforces itself, and where each fix 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the loop between router and expert.  Yellow: where each balancing method enters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750" y="1333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 picks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A 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0500" y="2857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receives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more gradient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6750" y="4381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gets better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 its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857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 scores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even higher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34250" y="1762125"/>
            <a:ext cx="1238250" cy="1095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334250" y="3714750"/>
            <a:ext cx="1238250" cy="1095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238500" y="3714750"/>
            <a:ext cx="1238250" cy="1095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190750" y="1809750"/>
            <a:ext cx="2286000" cy="1047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12192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noise on logits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19431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loss-free bias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6075" y="1524000"/>
            <a:ext cx="466725" cy="7620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86075" y="2247900"/>
            <a:ext cx="466725" cy="1143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29000" y="24003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before top-k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3000" y="1219200"/>
            <a:ext cx="3019425" cy="7239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balanced assignment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(BASE, Expert Choice)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34250" y="1581150"/>
            <a:ext cx="1428750" cy="85725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24750" y="1219200"/>
            <a:ext cx="1238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replaces 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" y="4762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aux balance loss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905000" y="3714750"/>
            <a:ext cx="285750" cy="10477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47875" y="41910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extra gradient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0" y="30480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never picked: no gradient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routing follows in released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a pattern the paper reports.  Grey: the paper reports little pattern.  Dashed: not reported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6575" y="1066800"/>
            <a:ext cx="2762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Mixtral 8x7B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6575" y="1352550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 experts, top-2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075" y="1066800"/>
            <a:ext cx="2762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OpenMoE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4075" y="1352550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650M-34B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1575" y="1066800"/>
            <a:ext cx="2762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OLMoE-1B-7B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1575" y="1352550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64 experts, top-8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1714500"/>
            <a:ext cx="2476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domain or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6575" y="17145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obvious topic pattern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(DM Math differs slightly)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4075" y="17145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close to uniform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575" y="17145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clear experts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arXiv,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2762250"/>
            <a:ext cx="2476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and syntax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76575" y="276225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expert for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'self', indentation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075" y="276225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mostly by token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1575" y="276225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later layers follow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predicted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3810000"/>
            <a:ext cx="2476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it settles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76575" y="38100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 reported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34075" y="38100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early in pretraining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1575" y="38100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up to ~60% overlap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 1% of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explanations for why splitting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router and experts.  Blue: data points and active units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5245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57925" y="1143000"/>
            <a:ext cx="55245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1257300"/>
            <a:ext cx="5143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Data side: clusters (schematic)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8425" y="1257300"/>
            <a:ext cx="5143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FFN side: activations are already sparse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8250" y="21907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47800" y="22860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4900" y="2362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33500" y="2038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0750" y="28575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00300" y="29527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57400" y="3028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27051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38250" y="3524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47800" y="36195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04900" y="36957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33500" y="33718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57500" y="2428875"/>
            <a:ext cx="14287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 learns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centers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76500" y="285750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600575" y="19050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1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286250" y="2190750"/>
            <a:ext cx="314325" cy="666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00575" y="276225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86250" y="2857500"/>
            <a:ext cx="314325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00575" y="36195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86250" y="2857500"/>
            <a:ext cx="314325" cy="1047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0075" y="4476750"/>
            <a:ext cx="5143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simpler sub-problem per expert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nonlinear experts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425" y="171450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dense FFN (ReLU) hidden units for one token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89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484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580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675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771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866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962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057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153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248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344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439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535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630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2896F0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726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821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917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2896F0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012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4108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6203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8299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0394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24902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458575" y="2038350"/>
            <a:ext cx="17145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8425" y="249555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3.0% non-zero in T5-Base (Lazy Neuron)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020175" y="2857500"/>
            <a:ext cx="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638925" y="34290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block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77175" y="34290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block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15425" y="34290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53675" y="3429000"/>
            <a:ext cx="1143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block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8425" y="4476750"/>
            <a:ext cx="5143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MoEfication: 10-30% of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FFN params per token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