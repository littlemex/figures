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Three layers of open problems in RL post-training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the layer.  Blue: current mitigation.  Yellow: what remains open.  Schematic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0490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5575" y="1104900"/>
            <a:ext cx="2857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3575" y="11049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mitigation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2075" y="1104900"/>
            <a:ext cx="28003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still 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575" y="1485900"/>
            <a:ext cx="2095500" cy="1238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numerical 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5575" y="1485900"/>
            <a:ext cx="2857500" cy="1238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FP8 / FP4 rollouts can move ρ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away from 1; low-bit models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can lose long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43575" y="1485900"/>
            <a:ext cx="3048000" cy="1238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rollout activation fixes,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quantization on both sides,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OPD to recover low-bit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2075" y="1485900"/>
            <a:ext cx="2800350" cy="1238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few measurements linking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quantization error to stability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05075" y="2105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53075" y="2105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91575" y="2105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9575" y="3009900"/>
            <a:ext cx="2095500" cy="1238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training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5575" y="3009900"/>
            <a:ext cx="2857500" cy="1238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slow rollouts, heavy weight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sync, fragile environments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3575" y="3009900"/>
            <a:ext cx="3048000" cy="1238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async rollouts, delta weight sync,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router freezing, deterministic kernels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2075" y="3009900"/>
            <a:ext cx="2800350" cy="1238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cost of long agent tasks,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environment loopholes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05075" y="3629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53075" y="3629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91575" y="3629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09575" y="4533900"/>
            <a:ext cx="2095500" cy="1238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science of RL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5575" y="4533900"/>
            <a:ext cx="2857500" cy="1238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RL learns, reward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trust, how it scales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43575" y="4533900"/>
            <a:ext cx="3048000" cy="1238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statistical tests, hacking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detectors, scaling-law fits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2075" y="4533900"/>
            <a:ext cx="2800350" cy="1238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many results rest on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lab or one paper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05075" y="5153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53075" y="5153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91575" y="5153025"/>
            <a:ext cx="190500" cy="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Raising only the training side hurts; rollout precision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Qwen2.5-3B, GRPO, GSM8K accuracy (%), reported in HiFloat4 Table 1.  Upper bar: HiF4.  Lower bar: MXFP4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430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2575" y="11430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1504950"/>
            <a:ext cx="1047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BF16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2575" y="150495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BF16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50" y="1543050"/>
            <a:ext cx="7603998" cy="1905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4398" y="150495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86.96 HiF4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3250" y="1752600"/>
            <a:ext cx="7603998" cy="190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4398" y="1724025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86.96 MXFP4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2095500"/>
            <a:ext cx="1047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2575" y="20955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BF16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43250" y="2133600"/>
            <a:ext cx="7591044" cy="1905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1444" y="209550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86.88 HiF4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43250" y="2343150"/>
            <a:ext cx="7480935" cy="190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81335" y="2314575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86.20 MXFP4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2686050"/>
            <a:ext cx="1047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2575" y="268605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W4A16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43250" y="2724150"/>
            <a:ext cx="7322248" cy="1905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22648" y="268605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85.22 HiF4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43250" y="2933700"/>
            <a:ext cx="6731222" cy="190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1622" y="2905125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81.57 MXFP4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575" y="3276600"/>
            <a:ext cx="1047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2575" y="32766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W4A8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3250" y="3314700"/>
            <a:ext cx="7296340" cy="1905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6740" y="327660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85.06 HiF4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43250" y="3524250"/>
            <a:ext cx="6462427" cy="190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62827" y="3495675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79.91 MXFP4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" y="3867150"/>
            <a:ext cx="1047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2575" y="386715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W16A4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43250" y="3905250"/>
            <a:ext cx="7173277" cy="1905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3678" y="386715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84.30 HiF4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43250" y="4114800"/>
            <a:ext cx="6106192" cy="190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6592" y="4086225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77.71 MXFP4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575" y="4457700"/>
            <a:ext cx="1047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2575" y="44577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43250" y="4495800"/>
            <a:ext cx="6805708" cy="1905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06108" y="445770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82.03 HiF4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3250" y="4705350"/>
            <a:ext cx="5393722" cy="190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4122" y="4676775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73.31 MXFP4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575" y="5048250"/>
            <a:ext cx="1047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BF16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2575" y="504825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FP4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43250" y="5086350"/>
            <a:ext cx="6154769" cy="1905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5169" y="5048250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78.01 HiF4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43250" y="5295900"/>
            <a:ext cx="1711547" cy="1905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11947" y="5267325"/>
            <a:ext cx="1333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50.57 MXFP4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33725" y="5619750"/>
            <a:ext cx="19050" cy="952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57500" y="57340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72225" y="5619750"/>
            <a:ext cx="19050" cy="952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0" y="57340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10725" y="5619750"/>
            <a:ext cx="19050" cy="952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34500" y="57340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29975" y="5619750"/>
            <a:ext cx="19050" cy="952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53750" y="57340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43250" y="59817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axis starts at 40.  Yellow row: training back to BF16, rollout still FP4: lower than FP4 on both sides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RL time and cost go, and how weight sync shrank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Left: MiMo-V2.6-Pro RL cost shares (reported).  Right: reported weight-sync times, before →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5334000" cy="4953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5730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RL cost share (MiMo-V2.6-Pro)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75" y="19050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rollout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500" y="1962150"/>
            <a:ext cx="3003804" cy="28575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94504" y="19431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43.8%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75" y="257175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500" y="2628900"/>
            <a:ext cx="2983230" cy="28575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930" y="26098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75" y="3238500"/>
            <a:ext cx="1047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500" y="3295650"/>
            <a:ext cx="870966" cy="285750"/>
          </a:xfrm>
          <a:prstGeom prst="rect">
            <a:avLst/>
          </a:prstGeom>
          <a:solidFill>
            <a:srgbClr val="50420E"/>
          </a:solidFill>
          <a:ln w="127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1666" y="32766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75" y="409575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verl docs: rollout ≈ 70% of time</a:t>
            </a:r>
          </a:p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 DAPO 32B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75" y="495300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1,568 prompts × 16 rollouts per step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$2.6M (Pro) and $0.9M (Flash) for 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7425" y="1143000"/>
            <a:ext cx="5715000" cy="4953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925" y="12573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 sync, trainer →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7925" y="190500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Kimi-K2 1T, SGLang + Mooncake RDMA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8425" y="2228850"/>
            <a:ext cx="854319" cy="22860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8944" y="2209800"/>
            <a:ext cx="1428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53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8425" y="2533650"/>
            <a:ext cx="116058" cy="2286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0683" y="2514600"/>
            <a:ext cx="1428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7.2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7925" y="314325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Qwen3-235B-A22B, verl delta sync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8425" y="3467100"/>
            <a:ext cx="4126523" cy="228600"/>
          </a:xfrm>
          <a:prstGeom prst="rect">
            <a:avLst/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51148" y="3448050"/>
            <a:ext cx="1428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246–266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8425" y="3771900"/>
            <a:ext cx="212774" cy="22860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7399" y="3752850"/>
            <a:ext cx="1428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11.4–14.9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7925" y="447675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checkpoint-engine: about 20 s for Kimi-K2 1T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(different transport and date)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7925" y="5334000"/>
            <a:ext cx="533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upper bar: before.  lower bar: after.  bars to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