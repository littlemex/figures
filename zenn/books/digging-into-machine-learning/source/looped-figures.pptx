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intermediate state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weights.  Blue: state the model carries.  Yellow: kept across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Thinking (CoT)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71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token axis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76400"/>
            <a:ext cx="36576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0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Looped 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1371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depth axis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676400"/>
            <a:ext cx="36576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482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Carried latent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1371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request axis (open)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1676400"/>
            <a:ext cx="36576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075" y="1905000"/>
            <a:ext cx="3276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 (L layers)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7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52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497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5742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987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2325" y="2762250"/>
            <a:ext cx="4953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38375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52525" y="3352800"/>
            <a:ext cx="2171700" cy="9525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2525" y="3352800"/>
            <a:ext cx="9525" cy="95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4700" y="3352800"/>
            <a:ext cx="9525" cy="952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525" y="3467100"/>
            <a:ext cx="217170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grows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" y="3848100"/>
            <a:ext cx="32766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state = tokens in context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readable, one token per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7700" y="1905000"/>
            <a:ext cx="3276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 block  x 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2950" y="276225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9700" y="3000375"/>
            <a:ext cx="1333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53050" y="276225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9800" y="3000375"/>
            <a:ext cx="1333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53150" y="276225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19900" y="3000375"/>
            <a:ext cx="1333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53250" y="276225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6000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57700" y="33528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same size every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7700" y="3848100"/>
            <a:ext cx="32766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state = hidden vectors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 read out as words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15325" y="1905000"/>
            <a:ext cx="1524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29825" y="1905000"/>
            <a:ext cx="15621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5325" y="2762250"/>
            <a:ext cx="15240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29825" y="2762250"/>
            <a:ext cx="15621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B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77325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810875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39325" y="3000375"/>
            <a:ext cx="19050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315325" y="33528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saved, then loaded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5325" y="3848100"/>
            <a:ext cx="32766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state = what thinking left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lives beyond one request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9575" y="4724400"/>
            <a:ext cx="3657600" cy="4762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lives for one request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67200" y="4724400"/>
            <a:ext cx="3657600" cy="4762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lives for one token's pass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4825" y="4724400"/>
            <a:ext cx="3657600" cy="4762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lives across requests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token through a looped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weights.  Blue: state the model carries.  Yellow: kept across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142875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input 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9325" y="1428750"/>
            <a:ext cx="16192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prelude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0075" y="1285875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core block R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s_i = R(e, s_(i-1))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4825" y="1428750"/>
            <a:ext cx="16192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25075" y="1428750"/>
            <a:ext cx="165735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 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8325" y="1762125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38575" y="176212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53325" y="1762125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44075" y="1762125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8500" y="2238375"/>
            <a:ext cx="0" cy="257175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914900" y="2495550"/>
            <a:ext cx="213360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14900" y="2238375"/>
            <a:ext cx="0" cy="257175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10075" y="253365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repeat r times, same weights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23950" y="2095500"/>
            <a:ext cx="0" cy="7620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23950" y="2857500"/>
            <a:ext cx="3448050" cy="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572000" y="2238375"/>
            <a:ext cx="0" cy="619125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3500" y="28956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 is fed again every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825" y="2381250"/>
            <a:ext cx="365760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exit gate: learned depth per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575" y="3429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 for that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" y="3810000"/>
            <a:ext cx="5448300" cy="2000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4125" y="3810000"/>
            <a:ext cx="5448300" cy="2000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075" y="3905250"/>
            <a:ext cx="5067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cache per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575" y="4343400"/>
            <a:ext cx="1047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pass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0725" y="4343400"/>
            <a:ext cx="1047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pass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90875" y="4343400"/>
            <a:ext cx="1047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pass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1025" y="4343400"/>
            <a:ext cx="10477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pass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" y="5048250"/>
            <a:ext cx="5067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memory grows with 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3905250"/>
            <a:ext cx="5067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 cache (MELT; LPT adds a window)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5125" y="4343400"/>
            <a:ext cx="22479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 KV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525" y="4343400"/>
            <a:ext cx="2247900" cy="476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local window (LPT)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5048250"/>
            <a:ext cx="5067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MELT: flat as r grows.  LPT: + short 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writes the memory, and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weights.  Blue: state the model carries.  Yellow: kept across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5075" y="10668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3075" y="10668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while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1075" y="10668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between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428750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facts and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075" y="14287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53075" y="14287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01075" y="14287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2857500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075" y="285750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53075" y="285750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01075" y="285750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575" y="4286250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results of thinking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075" y="42862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53075" y="42862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01075" y="4286250"/>
            <a:ext cx="2857500" cy="1238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95575" y="1666875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n-gram lookup, read-only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3575" y="3000375"/>
            <a:ext cx="247650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3575" y="3533775"/>
            <a:ext cx="247650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Titans / ATLAS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1575" y="3095625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Cartridges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trained per corpus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3575" y="4524375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FlashMem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last hidden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91575" y="4429125"/>
            <a:ext cx="2476500" cy="4381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sleep-time 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1575" y="4962525"/>
            <a:ext cx="2476500" cy="4381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saved latent thought: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5075" y="5715000"/>
            <a:ext cx="895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Engram stores what a token sequence means; the open cell stores what the model concluded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Carrying a thought state to the next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weights.  Blue: state the model carries.  Yellow: kept across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52400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09825" y="1857375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52725" y="152400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state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2975" y="1857375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5875" y="152400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think in loops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96125" y="1857375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9025" y="152400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consolidate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39275" y="1857375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2175" y="152400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save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25175" y="2190750"/>
            <a:ext cx="0" cy="6667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409700" y="2857500"/>
            <a:ext cx="951547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09700" y="2190750"/>
            <a:ext cx="0" cy="6667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10000" y="28956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request n + 1 starts from the saved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35242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Closest existing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725" y="39052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Cartridges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a trained KV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5875" y="39052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MELT (from Ouro)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loop at fixed 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9025" y="39052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FlashMem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memory from last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2175" y="3905250"/>
            <a:ext cx="2000250" cy="8572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open: re-loop a saved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latent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575" y="5048250"/>
            <a:ext cx="113728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step has a nearby method; re-looping a saved latent state across requests is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