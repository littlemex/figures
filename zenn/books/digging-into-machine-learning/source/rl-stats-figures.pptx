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Statistics concepts behind RL post-training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the statistical idea.  Blue: where the RL methods use it.  Schematic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123950"/>
            <a:ext cx="44767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control variate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33950" y="1362075"/>
            <a:ext cx="476250" cy="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57825" y="1123950"/>
            <a:ext cx="63246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group mean as baseline; RLOO = mean-centred × G/(G−1)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9575" y="1685925"/>
            <a:ext cx="44767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variance-stabilizing transform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3950" y="1924050"/>
            <a:ext cx="476250" cy="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57825" y="1685925"/>
            <a:ext cx="63246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large G: dividing by group std ascends 2·arcsin√p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2247900"/>
            <a:ext cx="44767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ratio estimator vs mean of ratios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3950" y="2486025"/>
            <a:ext cx="476250" cy="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57825" y="2247900"/>
            <a:ext cx="63246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token-level mean (DAPO) vs per-answer mean (GRPO)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575" y="2809875"/>
            <a:ext cx="44767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χ² divergence and effective sample size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33950" y="3048000"/>
            <a:ext cx="476250" cy="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57825" y="2809875"/>
            <a:ext cx="63246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sequence weights explode; masks threshold a KL estimate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9575" y="3371850"/>
            <a:ext cx="44767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winsorizing vs trimming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33950" y="3609975"/>
            <a:ext cx="476250" cy="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57825" y="3371850"/>
            <a:ext cx="63246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TIS, CISPO cap the weight; IcePop, masking drop the token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575" y="3933825"/>
            <a:ext cx="44767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estimators of KL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33950" y="4171950"/>
            <a:ext cx="476250" cy="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57825" y="3933825"/>
            <a:ext cx="63246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k3 value is unbiased; its loss gradient is ∇KL(π_ref‖π)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9575" y="4495800"/>
            <a:ext cx="44767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Rao–Blackwell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933950" y="4733925"/>
            <a:ext cx="476250" cy="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457825" y="4495800"/>
            <a:ext cx="63246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full-vocabulary OPD = per-position conditional mean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9575" y="5057775"/>
            <a:ext cx="44767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Neyman allocation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33950" y="5295900"/>
            <a:ext cx="476250" cy="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457825" y="5057775"/>
            <a:ext cx="63246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rollouts per prompt ≈ ∝ |f′(p)|·σ under the objective 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9575" y="5619750"/>
            <a:ext cx="44767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UMVUE, paired tests, FDR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933950" y="5857875"/>
            <a:ext cx="476250" cy="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457825" y="5619750"/>
            <a:ext cx="63246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pass@k estimator, simultaneous bands, per-problem tests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9575" y="6181725"/>
            <a:ext cx="44767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Condorcet jury theorem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933950" y="6419850"/>
            <a:ext cx="476250" cy="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57825" y="6181725"/>
            <a:ext cx="632460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plurality labels converge to a unique mode, right or wrong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Weight on ∇p for one prompt, by pass rate 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Bars: d f/dp, computed for binary reward in the large-group limit, scaled so that p = 0.5 gives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619250"/>
            <a:ext cx="2667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Dr. GRPO, f = p</a:t>
            </a:r>
          </a:p>
        </p:txBody>
      </p:sp>
      <p:sp>
        <p:nvSpPr>
          <p:cNvPr id="5" name="Rectangle 4"/>
          <p:cNvSpPr/>
          <p:nvPr/>
        </p:nvSpPr>
        <p:spPr>
          <a:xfrm>
            <a:off x="3143250" y="2119312"/>
            <a:ext cx="742950" cy="261938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43250" y="1890712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1.00</a:t>
            </a:r>
          </a:p>
        </p:txBody>
      </p:sp>
      <p:sp>
        <p:nvSpPr>
          <p:cNvPr id="7" name="Rectangle 6"/>
          <p:cNvSpPr/>
          <p:nvPr/>
        </p:nvSpPr>
        <p:spPr>
          <a:xfrm>
            <a:off x="4019550" y="2119312"/>
            <a:ext cx="742950" cy="261938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19550" y="1890712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1.00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5850" y="2119312"/>
            <a:ext cx="742950" cy="261938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5850" y="1890712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72150" y="2119312"/>
            <a:ext cx="742950" cy="261938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72150" y="1890712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48450" y="2119312"/>
            <a:ext cx="742950" cy="261938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8450" y="1890712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24750" y="2119312"/>
            <a:ext cx="742950" cy="261938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4750" y="1890712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01050" y="2119312"/>
            <a:ext cx="742950" cy="261938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1050" y="1890712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77350" y="2119312"/>
            <a:ext cx="742950" cy="261938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7350" y="1890712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53650" y="2119312"/>
            <a:ext cx="742950" cy="261938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53650" y="1890712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29950" y="2119312"/>
            <a:ext cx="742950" cy="261938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29950" y="1890712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575" y="3048000"/>
            <a:ext cx="2667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GRPO, f = 2·arcsin√p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43250" y="3209074"/>
            <a:ext cx="742950" cy="600926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3250" y="2980474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2.29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19550" y="3443214"/>
            <a:ext cx="742950" cy="366786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19550" y="3214614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1.40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95850" y="3507541"/>
            <a:ext cx="742950" cy="302459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5850" y="3278941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72150" y="3535415"/>
            <a:ext cx="742950" cy="27458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72150" y="3306815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48450" y="3546743"/>
            <a:ext cx="742950" cy="263257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8450" y="3318143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4750" y="3546743"/>
            <a:ext cx="742950" cy="263257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24750" y="3318143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01050" y="3535415"/>
            <a:ext cx="742950" cy="27458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01050" y="3306815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1.05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77350" y="3507541"/>
            <a:ext cx="742950" cy="302459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77350" y="3278941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1.15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53650" y="3443214"/>
            <a:ext cx="742950" cy="366786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53650" y="3214614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1.40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029950" y="3209074"/>
            <a:ext cx="742950" cy="600926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29950" y="2980474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2.29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9575" y="4476750"/>
            <a:ext cx="2667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log objective, f = log 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43250" y="4191000"/>
            <a:ext cx="742950" cy="1047750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43250" y="3962400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10.0▲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19550" y="4365625"/>
            <a:ext cx="742950" cy="873125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19550" y="4137025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3.33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95850" y="4714875"/>
            <a:ext cx="742950" cy="523875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95850" y="4486275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2.00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72150" y="4864554"/>
            <a:ext cx="742950" cy="374196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72150" y="4635954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1.43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48450" y="4947708"/>
            <a:ext cx="742950" cy="291042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48450" y="4719108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4750" y="5000625"/>
            <a:ext cx="742950" cy="238125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24750" y="4772025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0.91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01050" y="5037260"/>
            <a:ext cx="742950" cy="201490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01050" y="4808660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0.77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77350" y="5064125"/>
            <a:ext cx="742950" cy="174625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77350" y="4835525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0.67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153650" y="5084669"/>
            <a:ext cx="742950" cy="154081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53650" y="4856069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0.59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029950" y="5100888"/>
            <a:ext cx="742950" cy="137862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029950" y="4872288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0.53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43250" y="5334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p=0.05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19550" y="5334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95850" y="5334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p=0.25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72150" y="5334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p=0.35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48450" y="5334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p=0.45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24750" y="5334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p=0.55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01050" y="5334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p=0.65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77350" y="5334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p=0.75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53650" y="5334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p=0.85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29950" y="5334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p=0.95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43250" y="5715000"/>
            <a:ext cx="8572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▲ bar cut at 4.  GRPO weights the extremes; the log objective weights hard prompts.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The per-prompt optimum is the same for all three; the mix across prompts differs.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Neyman allocation of rollouts depends on the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Bars: ∝ |f′(p)|·√(p(1−p)), mean 16 over these 10 p.  Assumes equal score norms, drops the ‖∇p‖²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619250"/>
            <a:ext cx="2667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Dr. GRPO, f = p</a:t>
            </a:r>
          </a:p>
        </p:txBody>
      </p:sp>
      <p:sp>
        <p:nvSpPr>
          <p:cNvPr id="5" name="Rectangle 4"/>
          <p:cNvSpPr/>
          <p:nvPr/>
        </p:nvSpPr>
        <p:spPr>
          <a:xfrm>
            <a:off x="3143250" y="2189276"/>
            <a:ext cx="742950" cy="191974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43250" y="1960676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019550" y="2066729"/>
            <a:ext cx="742950" cy="314521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19550" y="1838129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5850" y="1999837"/>
            <a:ext cx="742950" cy="381413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5850" y="1771237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72150" y="1961118"/>
            <a:ext cx="742950" cy="420132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72150" y="1732518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48450" y="1943040"/>
            <a:ext cx="742950" cy="43821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8450" y="1714440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24750" y="1943040"/>
            <a:ext cx="742950" cy="43821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4750" y="1714440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01050" y="1961118"/>
            <a:ext cx="742950" cy="420132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1050" y="1732518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77350" y="1999837"/>
            <a:ext cx="742950" cy="381413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7350" y="1771237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53650" y="2066729"/>
            <a:ext cx="742950" cy="314521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53650" y="1838129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29950" y="2189276"/>
            <a:ext cx="742950" cy="191974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29950" y="1960676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575" y="3048000"/>
            <a:ext cx="2667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GRPO, f = 2·arcsin√p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43250" y="3460750"/>
            <a:ext cx="742950" cy="34925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3250" y="3232150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19550" y="3460750"/>
            <a:ext cx="742950" cy="34925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19550" y="3232150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95850" y="3460750"/>
            <a:ext cx="742950" cy="34925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5850" y="3232150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72150" y="3460750"/>
            <a:ext cx="742950" cy="34925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72150" y="3232150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48450" y="3460750"/>
            <a:ext cx="742950" cy="34925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8450" y="3232150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4750" y="3460750"/>
            <a:ext cx="742950" cy="34925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24750" y="3232150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01050" y="3460750"/>
            <a:ext cx="742950" cy="34925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01050" y="3232150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77350" y="3460750"/>
            <a:ext cx="742950" cy="34925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77350" y="3232150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53650" y="3460750"/>
            <a:ext cx="742950" cy="34925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53650" y="3232150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029950" y="3460750"/>
            <a:ext cx="742950" cy="34925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29950" y="3232150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9575" y="4476750"/>
            <a:ext cx="2667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log objective, f = log 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43250" y="4191000"/>
            <a:ext cx="742950" cy="1047750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43250" y="3962400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19550" y="4636515"/>
            <a:ext cx="742950" cy="602235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19550" y="4407915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95850" y="4800559"/>
            <a:ext cx="742950" cy="438191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95850" y="4571959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72150" y="4893983"/>
            <a:ext cx="742950" cy="344767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72150" y="4665383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48450" y="4959060"/>
            <a:ext cx="742950" cy="279690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48450" y="4730460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4750" y="5009912"/>
            <a:ext cx="742950" cy="228838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24750" y="4781312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01050" y="5053106"/>
            <a:ext cx="742950" cy="185644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01050" y="4824506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77350" y="5092686"/>
            <a:ext cx="742950" cy="146064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77350" y="4864086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153650" y="5132473"/>
            <a:ext cx="742950" cy="106277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53650" y="4903873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029950" y="5180710"/>
            <a:ext cx="742950" cy="58040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029950" y="4952110"/>
            <a:ext cx="7429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43250" y="5334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p=0.05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19550" y="5334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95850" y="5334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p=0.25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72150" y="5334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p=0.35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48450" y="5334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p=0.45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24750" y="5334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p=0.55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01050" y="5334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p=0.65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77350" y="5334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p=0.75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53650" y="5334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p=0.85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29950" y="5334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p=0.95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43250" y="5715000"/>
            <a:ext cx="8572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Under the arcsine objective (large G) the guide is a fixed count per prompt.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The log row is close to Reinforce-Ada's 1/√p for small 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Sequence-level weights: ESS guide for 16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Cells: 16 / (1 + κ)^L, upper bound on the population guide 16 / E[w²]; fixed L, χ² ≥ κ at every prefix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19500" y="1390650"/>
            <a:ext cx="25717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 = 100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5550" y="1390650"/>
            <a:ext cx="25717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 = 1,000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1600" y="1390650"/>
            <a:ext cx="25717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 = 10,000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575" y="1809750"/>
            <a:ext cx="3048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per-token χ² ≥ 0.0001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9500" y="1809750"/>
            <a:ext cx="2571750" cy="1143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15.8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5550" y="1809750"/>
            <a:ext cx="2571750" cy="1143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14.5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1600" y="1809750"/>
            <a:ext cx="2571750" cy="1143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5.9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575" y="3067050"/>
            <a:ext cx="3048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per-token χ² ≥ 0.001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9500" y="3067050"/>
            <a:ext cx="2571750" cy="1143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14.5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5550" y="3067050"/>
            <a:ext cx="2571750" cy="1143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5.9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1600" y="3067050"/>
            <a:ext cx="2571750" cy="1143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9696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&lt; 0.001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75" y="4324350"/>
            <a:ext cx="3048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per-token χ² ≥ 0.01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500" y="4324350"/>
            <a:ext cx="2571750" cy="1143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5.9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5550" y="4324350"/>
            <a:ext cx="2571750" cy="1143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9696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&lt; 0.001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1600" y="4324350"/>
            <a:ext cx="2571750" cy="1143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9696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&lt; 0.001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500" y="57150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guide ≥ 8.  Yellow: 1 to 8.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Grey: below 1, the estimate hinges on rare answers with huge weights.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