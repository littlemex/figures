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Synchronous vs asynchronous 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Left: before (synchronous).  Right: after (asynchronous).  Schematic, time runs left to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524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before: synchronous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15075" y="1066800"/>
            <a:ext cx="5524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after: asynchronous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1524000"/>
            <a:ext cx="762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9200" y="1524000"/>
            <a:ext cx="3619500" cy="4191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575" y="2076450"/>
            <a:ext cx="762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9200" y="2076450"/>
            <a:ext cx="1619250" cy="4191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generate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8450" y="2076450"/>
            <a:ext cx="2000250" cy="4191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" y="2628900"/>
            <a:ext cx="762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9200" y="2628900"/>
            <a:ext cx="2286000" cy="4191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generate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5200" y="2628900"/>
            <a:ext cx="1333500" cy="4191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575" y="3181350"/>
            <a:ext cx="762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19200" y="3181350"/>
            <a:ext cx="1143000" cy="4191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generate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62200" y="3181350"/>
            <a:ext cx="2476500" cy="4191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idle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19200" y="3790950"/>
            <a:ext cx="3619500" cy="4191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score + train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9200" y="4343400"/>
            <a:ext cx="3619500" cy="4191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sync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575" y="5010150"/>
            <a:ext cx="5334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every step waits for the longest answer;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all answers come from the current weights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5075" y="1524000"/>
            <a:ext cx="55245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 inference engine keeps generating with the weights it has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571750"/>
            <a:ext cx="55245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 trainer learns from finished answers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(some from older weights, many short ones)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5075" y="3619500"/>
            <a:ext cx="55245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  updated weights are sent to the inference engine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77325" y="2209800"/>
            <a:ext cx="0" cy="3429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77325" y="3257550"/>
            <a:ext cx="0" cy="3429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934825" y="1857375"/>
            <a:ext cx="0" cy="2095500"/>
          </a:xfrm>
          <a:prstGeom prst="line">
            <a:avLst/>
          </a:prstGeom>
          <a:ln w="2540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15075" y="4572000"/>
            <a:ext cx="5524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less waiting; staleness and short-answer bias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must be handled (AReaL, M2PO, resume from saved tokens)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