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domain experts with RL, then merge them with OPD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student model.  Blue: domain experts.  Yellow: what reports vary on, per stage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381250"/>
            <a:ext cx="180975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SFT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7500" y="1238250"/>
            <a:ext cx="2381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math / reasoning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 expert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19325" y="1571625"/>
            <a:ext cx="638175" cy="128587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38750" y="1571625"/>
            <a:ext cx="857250" cy="1285875"/>
          </a:xfrm>
          <a:prstGeom prst="line">
            <a:avLst/>
          </a:prstGeom>
          <a:ln w="15875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7500" y="2114550"/>
            <a:ext cx="2381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coding agent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 expert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219325" y="2447925"/>
            <a:ext cx="638175" cy="40957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38750" y="2447925"/>
            <a:ext cx="857250" cy="409575"/>
          </a:xfrm>
          <a:prstGeom prst="line">
            <a:avLst/>
          </a:prstGeom>
          <a:ln w="15875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57500" y="2990850"/>
            <a:ext cx="2381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general agent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 expert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9325" y="2857500"/>
            <a:ext cx="638175" cy="46672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238750" y="2857500"/>
            <a:ext cx="857250" cy="466725"/>
          </a:xfrm>
          <a:prstGeom prst="line">
            <a:avLst/>
          </a:prstGeom>
          <a:ln w="15875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7500" y="3867150"/>
            <a:ext cx="2381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 more domains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9325" y="2857500"/>
            <a:ext cx="638175" cy="134302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238750" y="2857500"/>
            <a:ext cx="857250" cy="1343025"/>
          </a:xfrm>
          <a:prstGeom prst="line">
            <a:avLst/>
          </a:prstGeom>
          <a:ln w="15875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96000" y="2286000"/>
            <a:ext cx="20955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OPD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student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7500" y="4953000"/>
            <a:ext cx="2381250" cy="1333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 stage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async rollouts, staleness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train-inference mismatch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sandbox environments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0" y="4953000"/>
            <a:ext cx="2095500" cy="1333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OPD stage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number of teachers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sampled token or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full vocabulary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048125" y="4533900"/>
            <a:ext cx="0" cy="41910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43750" y="3429000"/>
            <a:ext cx="0" cy="152400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72500" y="1238250"/>
            <a:ext cx="3209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examples in the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500" y="1619250"/>
            <a:ext cx="3209925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DeepSeek-V4.1-Flash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40+ teachers, full vocabulary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500" y="2476500"/>
            <a:ext cx="3209925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Kimi K3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 experts: 3 domains × 3 efforts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500" y="3333750"/>
            <a:ext cx="3209925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Nemotron 3.5 Super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teachers branched at RL step 120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500" y="4191000"/>
            <a:ext cx="3209925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KAT-Coder-V2.5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SWE, tool use, terminal, web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500" y="5048250"/>
            <a:ext cx="3209925" cy="7239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variant: MiMo-V2.6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mixed RL run, then MOPD2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Which tokens each mismatch criterion keeps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kept.  Dark: masked.  Log axes.  Thresholds: ratio band [0.5, 5], |difference| ≤ 0.3, binary KL ≤ 0.05 (φ 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143000"/>
            <a:ext cx="3581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ratio band (IcePop)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7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67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67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67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67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7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7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67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67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67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6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6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6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6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0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10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0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0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10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0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0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0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10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0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10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10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0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0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10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10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10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10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1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1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1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1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5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5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5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5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5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5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53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53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53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53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53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53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53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53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53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53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953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53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5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53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53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53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53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5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5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95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5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096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9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9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9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9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9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9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9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96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96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96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96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96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96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96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96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96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096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96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9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9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96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096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96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9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9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9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9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239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239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239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239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239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1239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239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239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39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239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239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239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239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239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239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239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239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39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239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23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23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23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239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239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23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23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23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23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38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38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38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382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382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382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2382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2382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382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2382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2382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2382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2382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2382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2382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2382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2382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2382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2382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2382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238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238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238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2382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382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238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238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238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352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352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352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352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3525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3525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3525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3525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3525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3525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3525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3525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3525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3525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3525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3525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3525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3525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3525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3525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352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352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352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352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352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352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352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352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466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466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466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466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466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4668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4668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4668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4668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4668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4668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4668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4668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4668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4668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4668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4668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4668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4668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4668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4668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466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466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466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466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466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466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466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5811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5811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5811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5811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5811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5811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5811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5811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5811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5811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5811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5811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5811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5811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5811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5811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5811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5811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5811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5811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5811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5811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5811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5811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5811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581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581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581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6954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6954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6954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6954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6954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6954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6954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6954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6954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6954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6954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6954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6954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6954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6954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6954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6954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6954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6954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6954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6954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6954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6954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6954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6954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695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695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695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8097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8097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8097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8097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8097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8097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8097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8097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09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809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809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809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809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809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809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8097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8097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8097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8097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8097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8097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8097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8097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8097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809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809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809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809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9240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9240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9240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9240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9240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9240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9240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9240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9240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924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924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924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924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924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924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9240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9240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9240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9240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9240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9240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9240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9240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9240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924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924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924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924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0383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0383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20383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20383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0383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0383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0383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0383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20383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20383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038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2038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038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038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038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0383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0383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0383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0383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2038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20383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0383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0383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0383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038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038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2038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038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1526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21526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21526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21526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21526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1526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1526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1526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1526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1526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1526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152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152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152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152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52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1526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1526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1526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152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152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1526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1526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1526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152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152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2152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152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2669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2669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2669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2669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22669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22669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22669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22669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2669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22669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2669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2669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2669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2669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2669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2266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2669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2669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2669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266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266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266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22669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22669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2266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2266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266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2266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2381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2381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2381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23812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23812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23812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23812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23812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23812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23812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23812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3812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23812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23812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23812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23812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23812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23812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23812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23812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2381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2381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2381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23812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23812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2381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2381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2381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2495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2495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2495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495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24955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24955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24955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24955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24955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24955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24955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24955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24955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24955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24955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24955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24955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24955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24955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24955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24955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2495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2495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2495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2495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2495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2495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2495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2609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2609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2609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2609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2609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26098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26098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26098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26098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26098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26098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26098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26098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26098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26098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26098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26098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26098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6098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26098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26098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6098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2609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2609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2609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2609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2609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2609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27241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27241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27241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27241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27241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27241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27241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27241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27241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27241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27241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27241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27241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27241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27241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27241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27241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27241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27241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27241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27241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27241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27241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27241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27241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2724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2724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2724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28384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28384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28384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28384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28384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28384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28384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28384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28384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28384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28384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28384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28384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28384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28384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28384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28384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28384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28384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8384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28384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28384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28384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28384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28384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2838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2838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2838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29527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29527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29527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29527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29527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29527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29527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29527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29527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29527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29527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29527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29527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29527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29527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29527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29527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29527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29527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29527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29527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29527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29527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29527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29527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2952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2952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2952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30670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30670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30670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30670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30670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30670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30670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30670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30670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30670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30670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30670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30670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30670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30670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30670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30670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30670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30670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30670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30670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30670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30670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30670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30670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30670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3067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3067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31813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31813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31813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31813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31813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31813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31813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31813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31813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31813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31813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31813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31813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31813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31813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31813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31813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31813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31813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3181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31813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31813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1813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1813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1813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1813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1813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3181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32956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2956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32956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32956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32956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32956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32956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32956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32956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32956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32956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32956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32956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32956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32956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32956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32956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32956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32956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3295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3295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32956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32956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32956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32956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32956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32956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32956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34099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34099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34099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34099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34099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34099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34099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34099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34099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34099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34099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34099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34099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34099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34099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34099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34099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34099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34099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3409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3409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3409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34099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34099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34099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34099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34099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34099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3524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3524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3524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35242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35242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35242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35242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35242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35242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35242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35242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35242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35242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35242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35242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35242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35242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35242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35242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35242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3524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3524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3524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35242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35242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35242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35242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35242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3638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3638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3638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3638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36385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36385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36385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36385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36385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36385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36385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36385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36385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36385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36385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36385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36385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36385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36385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36385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3638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3638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3638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3638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36385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36385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36385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36385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3752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3752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3752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3752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3752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37528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37528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37528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37528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37528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37528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37528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37528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37528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37528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37528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37528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37528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37528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37528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37528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3752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3752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3752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3752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37528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37528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37528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2181225" y="2511126"/>
            <a:ext cx="171450" cy="171450"/>
          </a:xfrm>
          <a:prstGeom prst="ellipse">
            <a:avLst/>
          </a:prstGeom>
          <a:solidFill>
            <a:srgbClr val="FBD332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2181225" y="2511126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791" name="Oval 790"/>
          <p:cNvSpPr/>
          <p:nvPr/>
        </p:nvSpPr>
        <p:spPr>
          <a:xfrm>
            <a:off x="3744814" y="2092771"/>
            <a:ext cx="171450" cy="171450"/>
          </a:xfrm>
          <a:prstGeom prst="ellipse">
            <a:avLst/>
          </a:prstGeom>
          <a:solidFill>
            <a:srgbClr val="FBD332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TextBox 791"/>
          <p:cNvSpPr txBox="1"/>
          <p:nvPr/>
        </p:nvSpPr>
        <p:spPr>
          <a:xfrm>
            <a:off x="3744814" y="2092771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4286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1e-4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20288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0.01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36290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666750" y="5086350"/>
            <a:ext cx="3200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inference probability μ  →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38100" y="3105150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π ↑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4286250" y="1143000"/>
            <a:ext cx="3581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probability difference (IPO)</a:t>
            </a:r>
          </a:p>
        </p:txBody>
      </p:sp>
      <p:sp>
        <p:nvSpPr>
          <p:cNvPr id="799" name="Rectangle 798"/>
          <p:cNvSpPr/>
          <p:nvPr/>
        </p:nvSpPr>
        <p:spPr>
          <a:xfrm>
            <a:off x="4476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4476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4476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4476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4476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44767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44767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44767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4476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4476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4476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4476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4476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4476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4476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44767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44767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44767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44767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44767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44767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44767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44767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44767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4476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4476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4476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4476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4591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4591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4591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4591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4591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4591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45910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45910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45910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4591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4591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4591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4591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4591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4591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45910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45910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45910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45910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45910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45910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45910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45910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45910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4591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4591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4591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4591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4705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4705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4705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4705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4705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4705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Rectangle 860"/>
          <p:cNvSpPr/>
          <p:nvPr/>
        </p:nvSpPr>
        <p:spPr>
          <a:xfrm>
            <a:off x="4705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Rectangle 861"/>
          <p:cNvSpPr/>
          <p:nvPr/>
        </p:nvSpPr>
        <p:spPr>
          <a:xfrm>
            <a:off x="47053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47053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47053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4705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4705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4705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4705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4705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47053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47053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47053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47053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47053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47053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47053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47053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47053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4705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4705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4705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4705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48196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4819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4819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4819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4819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4819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4819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4819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48196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48196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48196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4819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4819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4819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4819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4819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48196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48196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48196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48196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48196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48196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48196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48196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4819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4819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4819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4819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49339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49339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49339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49339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49339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49339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49339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49339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49339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49339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49339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49339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49339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Rectangle 923"/>
          <p:cNvSpPr/>
          <p:nvPr/>
        </p:nvSpPr>
        <p:spPr>
          <a:xfrm>
            <a:off x="49339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Rectangle 924"/>
          <p:cNvSpPr/>
          <p:nvPr/>
        </p:nvSpPr>
        <p:spPr>
          <a:xfrm>
            <a:off x="49339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Rectangle 925"/>
          <p:cNvSpPr/>
          <p:nvPr/>
        </p:nvSpPr>
        <p:spPr>
          <a:xfrm>
            <a:off x="4933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49339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Rectangle 927"/>
          <p:cNvSpPr/>
          <p:nvPr/>
        </p:nvSpPr>
        <p:spPr>
          <a:xfrm>
            <a:off x="49339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Rectangle 928"/>
          <p:cNvSpPr/>
          <p:nvPr/>
        </p:nvSpPr>
        <p:spPr>
          <a:xfrm>
            <a:off x="49339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49339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49339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49339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49339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49339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4933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4933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4933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4933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50482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50482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50482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50482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Rectangle 942"/>
          <p:cNvSpPr/>
          <p:nvPr/>
        </p:nvSpPr>
        <p:spPr>
          <a:xfrm>
            <a:off x="50482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50482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50482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50482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Rectangle 946"/>
          <p:cNvSpPr/>
          <p:nvPr/>
        </p:nvSpPr>
        <p:spPr>
          <a:xfrm>
            <a:off x="50482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50482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Rectangle 948"/>
          <p:cNvSpPr/>
          <p:nvPr/>
        </p:nvSpPr>
        <p:spPr>
          <a:xfrm>
            <a:off x="50482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Rectangle 949"/>
          <p:cNvSpPr/>
          <p:nvPr/>
        </p:nvSpPr>
        <p:spPr>
          <a:xfrm>
            <a:off x="50482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50482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50482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50482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50482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50482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50482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50482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50482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50482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50482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50482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50482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50482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5048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5048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5048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51625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51625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51625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51625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51625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51625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51625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51625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51625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51625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51625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51625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51625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51625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51625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51625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51625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51625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51625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51625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51625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51625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51625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51625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5162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5162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5162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5162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52768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52768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52768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52768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52768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52768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52768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52768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52768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52768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52768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52768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52768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52768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52768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52768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52768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52768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52768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52768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52768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52768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52768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52768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5276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5276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5276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5276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53911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53911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53911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Rectangle 1025"/>
          <p:cNvSpPr/>
          <p:nvPr/>
        </p:nvSpPr>
        <p:spPr>
          <a:xfrm>
            <a:off x="53911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Rectangle 1026"/>
          <p:cNvSpPr/>
          <p:nvPr/>
        </p:nvSpPr>
        <p:spPr>
          <a:xfrm>
            <a:off x="53911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53911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53911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53911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53911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53911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53911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53911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53911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53911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53911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53911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53911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53911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53911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53911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53911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53911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53911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53911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53911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5391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5391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5391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55054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55054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55054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55054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55054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55054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55054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55054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55054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55054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55054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55054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55054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55054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55054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55054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55054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55054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Rectangle 1068"/>
          <p:cNvSpPr/>
          <p:nvPr/>
        </p:nvSpPr>
        <p:spPr>
          <a:xfrm>
            <a:off x="55054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Rectangle 1069"/>
          <p:cNvSpPr/>
          <p:nvPr/>
        </p:nvSpPr>
        <p:spPr>
          <a:xfrm>
            <a:off x="55054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55054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55054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55054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55054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55054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5505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5505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5505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5619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5619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5619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5619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5619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56197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56197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56197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5619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5619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5619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5619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5619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5619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5619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56197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56197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56197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56197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Rectangle 1097"/>
          <p:cNvSpPr/>
          <p:nvPr/>
        </p:nvSpPr>
        <p:spPr>
          <a:xfrm>
            <a:off x="56197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Rectangle 1098"/>
          <p:cNvSpPr/>
          <p:nvPr/>
        </p:nvSpPr>
        <p:spPr>
          <a:xfrm>
            <a:off x="56197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Rectangle 1099"/>
          <p:cNvSpPr/>
          <p:nvPr/>
        </p:nvSpPr>
        <p:spPr>
          <a:xfrm>
            <a:off x="56197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Rectangle 1100"/>
          <p:cNvSpPr/>
          <p:nvPr/>
        </p:nvSpPr>
        <p:spPr>
          <a:xfrm>
            <a:off x="56197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Rectangle 1101"/>
          <p:cNvSpPr/>
          <p:nvPr/>
        </p:nvSpPr>
        <p:spPr>
          <a:xfrm>
            <a:off x="56197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Rectangle 1102"/>
          <p:cNvSpPr/>
          <p:nvPr/>
        </p:nvSpPr>
        <p:spPr>
          <a:xfrm>
            <a:off x="5619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Rectangle 1103"/>
          <p:cNvSpPr/>
          <p:nvPr/>
        </p:nvSpPr>
        <p:spPr>
          <a:xfrm>
            <a:off x="5619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Rectangle 1104"/>
          <p:cNvSpPr/>
          <p:nvPr/>
        </p:nvSpPr>
        <p:spPr>
          <a:xfrm>
            <a:off x="5619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Rectangle 1105"/>
          <p:cNvSpPr/>
          <p:nvPr/>
        </p:nvSpPr>
        <p:spPr>
          <a:xfrm>
            <a:off x="5619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Rectangle 1106"/>
          <p:cNvSpPr/>
          <p:nvPr/>
        </p:nvSpPr>
        <p:spPr>
          <a:xfrm>
            <a:off x="5734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Rectangle 1107"/>
          <p:cNvSpPr/>
          <p:nvPr/>
        </p:nvSpPr>
        <p:spPr>
          <a:xfrm>
            <a:off x="5734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Rectangle 1108"/>
          <p:cNvSpPr/>
          <p:nvPr/>
        </p:nvSpPr>
        <p:spPr>
          <a:xfrm>
            <a:off x="5734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Rectangle 1109"/>
          <p:cNvSpPr/>
          <p:nvPr/>
        </p:nvSpPr>
        <p:spPr>
          <a:xfrm>
            <a:off x="5734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Rectangle 1110"/>
          <p:cNvSpPr/>
          <p:nvPr/>
        </p:nvSpPr>
        <p:spPr>
          <a:xfrm>
            <a:off x="5734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Rectangle 1111"/>
          <p:cNvSpPr/>
          <p:nvPr/>
        </p:nvSpPr>
        <p:spPr>
          <a:xfrm>
            <a:off x="5734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Rectangle 1112"/>
          <p:cNvSpPr/>
          <p:nvPr/>
        </p:nvSpPr>
        <p:spPr>
          <a:xfrm>
            <a:off x="57340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Rectangle 1113"/>
          <p:cNvSpPr/>
          <p:nvPr/>
        </p:nvSpPr>
        <p:spPr>
          <a:xfrm>
            <a:off x="57340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Rectangle 1114"/>
          <p:cNvSpPr/>
          <p:nvPr/>
        </p:nvSpPr>
        <p:spPr>
          <a:xfrm>
            <a:off x="57340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Rectangle 1115"/>
          <p:cNvSpPr/>
          <p:nvPr/>
        </p:nvSpPr>
        <p:spPr>
          <a:xfrm>
            <a:off x="5734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Rectangle 1116"/>
          <p:cNvSpPr/>
          <p:nvPr/>
        </p:nvSpPr>
        <p:spPr>
          <a:xfrm>
            <a:off x="5734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Rectangle 1117"/>
          <p:cNvSpPr/>
          <p:nvPr/>
        </p:nvSpPr>
        <p:spPr>
          <a:xfrm>
            <a:off x="5734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Rectangle 1118"/>
          <p:cNvSpPr/>
          <p:nvPr/>
        </p:nvSpPr>
        <p:spPr>
          <a:xfrm>
            <a:off x="5734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Rectangle 1119"/>
          <p:cNvSpPr/>
          <p:nvPr/>
        </p:nvSpPr>
        <p:spPr>
          <a:xfrm>
            <a:off x="5734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Rectangle 1120"/>
          <p:cNvSpPr/>
          <p:nvPr/>
        </p:nvSpPr>
        <p:spPr>
          <a:xfrm>
            <a:off x="5734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Rectangle 1121"/>
          <p:cNvSpPr/>
          <p:nvPr/>
        </p:nvSpPr>
        <p:spPr>
          <a:xfrm>
            <a:off x="57340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Rectangle 1122"/>
          <p:cNvSpPr/>
          <p:nvPr/>
        </p:nvSpPr>
        <p:spPr>
          <a:xfrm>
            <a:off x="57340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Rectangle 1123"/>
          <p:cNvSpPr/>
          <p:nvPr/>
        </p:nvSpPr>
        <p:spPr>
          <a:xfrm>
            <a:off x="57340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Rectangle 1124"/>
          <p:cNvSpPr/>
          <p:nvPr/>
        </p:nvSpPr>
        <p:spPr>
          <a:xfrm>
            <a:off x="57340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57340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57340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57340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57340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57340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5734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5734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5734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5734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5848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5848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5848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5848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5848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5848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5848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Rectangle 1141"/>
          <p:cNvSpPr/>
          <p:nvPr/>
        </p:nvSpPr>
        <p:spPr>
          <a:xfrm>
            <a:off x="58483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Rectangle 1142"/>
          <p:cNvSpPr/>
          <p:nvPr/>
        </p:nvSpPr>
        <p:spPr>
          <a:xfrm>
            <a:off x="58483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58483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5848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5848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5848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5848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5848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58483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58483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58483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58483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58483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58483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58483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58483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58483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5848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5848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5848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5848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59626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5962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5962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Rectangle 1165"/>
          <p:cNvSpPr/>
          <p:nvPr/>
        </p:nvSpPr>
        <p:spPr>
          <a:xfrm>
            <a:off x="5962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Rectangle 1166"/>
          <p:cNvSpPr/>
          <p:nvPr/>
        </p:nvSpPr>
        <p:spPr>
          <a:xfrm>
            <a:off x="5962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5962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5962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5962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59626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59626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59626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5962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5962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5962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5962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5962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59626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59626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59626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59626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59626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59626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59626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Rectangle 1185"/>
          <p:cNvSpPr/>
          <p:nvPr/>
        </p:nvSpPr>
        <p:spPr>
          <a:xfrm>
            <a:off x="59626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Rectangle 1186"/>
          <p:cNvSpPr/>
          <p:nvPr/>
        </p:nvSpPr>
        <p:spPr>
          <a:xfrm>
            <a:off x="5962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Rectangle 1187"/>
          <p:cNvSpPr/>
          <p:nvPr/>
        </p:nvSpPr>
        <p:spPr>
          <a:xfrm>
            <a:off x="5962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Rectangle 1188"/>
          <p:cNvSpPr/>
          <p:nvPr/>
        </p:nvSpPr>
        <p:spPr>
          <a:xfrm>
            <a:off x="5962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Rectangle 1189"/>
          <p:cNvSpPr/>
          <p:nvPr/>
        </p:nvSpPr>
        <p:spPr>
          <a:xfrm>
            <a:off x="5962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Rectangle 1190"/>
          <p:cNvSpPr/>
          <p:nvPr/>
        </p:nvSpPr>
        <p:spPr>
          <a:xfrm>
            <a:off x="60769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Rectangle 1191"/>
          <p:cNvSpPr/>
          <p:nvPr/>
        </p:nvSpPr>
        <p:spPr>
          <a:xfrm>
            <a:off x="60769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Rectangle 1192"/>
          <p:cNvSpPr/>
          <p:nvPr/>
        </p:nvSpPr>
        <p:spPr>
          <a:xfrm>
            <a:off x="60769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Rectangle 1193"/>
          <p:cNvSpPr/>
          <p:nvPr/>
        </p:nvSpPr>
        <p:spPr>
          <a:xfrm>
            <a:off x="60769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Rectangle 1194"/>
          <p:cNvSpPr/>
          <p:nvPr/>
        </p:nvSpPr>
        <p:spPr>
          <a:xfrm>
            <a:off x="60769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Rectangle 1195"/>
          <p:cNvSpPr/>
          <p:nvPr/>
        </p:nvSpPr>
        <p:spPr>
          <a:xfrm>
            <a:off x="60769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Rectangle 1196"/>
          <p:cNvSpPr/>
          <p:nvPr/>
        </p:nvSpPr>
        <p:spPr>
          <a:xfrm>
            <a:off x="60769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Rectangle 1197"/>
          <p:cNvSpPr/>
          <p:nvPr/>
        </p:nvSpPr>
        <p:spPr>
          <a:xfrm>
            <a:off x="60769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Rectangle 1198"/>
          <p:cNvSpPr/>
          <p:nvPr/>
        </p:nvSpPr>
        <p:spPr>
          <a:xfrm>
            <a:off x="60769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Rectangle 1199"/>
          <p:cNvSpPr/>
          <p:nvPr/>
        </p:nvSpPr>
        <p:spPr>
          <a:xfrm>
            <a:off x="60769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Rectangle 1200"/>
          <p:cNvSpPr/>
          <p:nvPr/>
        </p:nvSpPr>
        <p:spPr>
          <a:xfrm>
            <a:off x="60769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Rectangle 1201"/>
          <p:cNvSpPr/>
          <p:nvPr/>
        </p:nvSpPr>
        <p:spPr>
          <a:xfrm>
            <a:off x="60769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60769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60769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60769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6076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60769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60769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60769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60769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60769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60769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60769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60769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6076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6076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6076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6076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61912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61912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61912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61912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61912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61912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61912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61912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61912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Rectangle 1227"/>
          <p:cNvSpPr/>
          <p:nvPr/>
        </p:nvSpPr>
        <p:spPr>
          <a:xfrm>
            <a:off x="61912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Rectangle 1228"/>
          <p:cNvSpPr/>
          <p:nvPr/>
        </p:nvSpPr>
        <p:spPr>
          <a:xfrm>
            <a:off x="61912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Rectangle 1229"/>
          <p:cNvSpPr/>
          <p:nvPr/>
        </p:nvSpPr>
        <p:spPr>
          <a:xfrm>
            <a:off x="61912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Rectangle 1230"/>
          <p:cNvSpPr/>
          <p:nvPr/>
        </p:nvSpPr>
        <p:spPr>
          <a:xfrm>
            <a:off x="61912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Rectangle 1231"/>
          <p:cNvSpPr/>
          <p:nvPr/>
        </p:nvSpPr>
        <p:spPr>
          <a:xfrm>
            <a:off x="61912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61912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61912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Rectangle 1234"/>
          <p:cNvSpPr/>
          <p:nvPr/>
        </p:nvSpPr>
        <p:spPr>
          <a:xfrm>
            <a:off x="61912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Rectangle 1235"/>
          <p:cNvSpPr/>
          <p:nvPr/>
        </p:nvSpPr>
        <p:spPr>
          <a:xfrm>
            <a:off x="61912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Rectangle 1236"/>
          <p:cNvSpPr/>
          <p:nvPr/>
        </p:nvSpPr>
        <p:spPr>
          <a:xfrm>
            <a:off x="61912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Rectangle 1237"/>
          <p:cNvSpPr/>
          <p:nvPr/>
        </p:nvSpPr>
        <p:spPr>
          <a:xfrm>
            <a:off x="61912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Rectangle 1238"/>
          <p:cNvSpPr/>
          <p:nvPr/>
        </p:nvSpPr>
        <p:spPr>
          <a:xfrm>
            <a:off x="61912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Rectangle 1239"/>
          <p:cNvSpPr/>
          <p:nvPr/>
        </p:nvSpPr>
        <p:spPr>
          <a:xfrm>
            <a:off x="61912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Rectangle 1240"/>
          <p:cNvSpPr/>
          <p:nvPr/>
        </p:nvSpPr>
        <p:spPr>
          <a:xfrm>
            <a:off x="61912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Rectangle 1241"/>
          <p:cNvSpPr/>
          <p:nvPr/>
        </p:nvSpPr>
        <p:spPr>
          <a:xfrm>
            <a:off x="61912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Rectangle 1242"/>
          <p:cNvSpPr/>
          <p:nvPr/>
        </p:nvSpPr>
        <p:spPr>
          <a:xfrm>
            <a:off x="61912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Rectangle 1243"/>
          <p:cNvSpPr/>
          <p:nvPr/>
        </p:nvSpPr>
        <p:spPr>
          <a:xfrm>
            <a:off x="6191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Rectangle 1244"/>
          <p:cNvSpPr/>
          <p:nvPr/>
        </p:nvSpPr>
        <p:spPr>
          <a:xfrm>
            <a:off x="6191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Rectangle 1245"/>
          <p:cNvSpPr/>
          <p:nvPr/>
        </p:nvSpPr>
        <p:spPr>
          <a:xfrm>
            <a:off x="6191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Rectangle 1246"/>
          <p:cNvSpPr/>
          <p:nvPr/>
        </p:nvSpPr>
        <p:spPr>
          <a:xfrm>
            <a:off x="63055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Rectangle 1247"/>
          <p:cNvSpPr/>
          <p:nvPr/>
        </p:nvSpPr>
        <p:spPr>
          <a:xfrm>
            <a:off x="63055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Rectangle 1248"/>
          <p:cNvSpPr/>
          <p:nvPr/>
        </p:nvSpPr>
        <p:spPr>
          <a:xfrm>
            <a:off x="63055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Rectangle 1249"/>
          <p:cNvSpPr/>
          <p:nvPr/>
        </p:nvSpPr>
        <p:spPr>
          <a:xfrm>
            <a:off x="63055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Rectangle 1250"/>
          <p:cNvSpPr/>
          <p:nvPr/>
        </p:nvSpPr>
        <p:spPr>
          <a:xfrm>
            <a:off x="63055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Rectangle 1251"/>
          <p:cNvSpPr/>
          <p:nvPr/>
        </p:nvSpPr>
        <p:spPr>
          <a:xfrm>
            <a:off x="63055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Rectangle 1252"/>
          <p:cNvSpPr/>
          <p:nvPr/>
        </p:nvSpPr>
        <p:spPr>
          <a:xfrm>
            <a:off x="63055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Rectangle 1253"/>
          <p:cNvSpPr/>
          <p:nvPr/>
        </p:nvSpPr>
        <p:spPr>
          <a:xfrm>
            <a:off x="63055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Rectangle 1254"/>
          <p:cNvSpPr/>
          <p:nvPr/>
        </p:nvSpPr>
        <p:spPr>
          <a:xfrm>
            <a:off x="63055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Rectangle 1255"/>
          <p:cNvSpPr/>
          <p:nvPr/>
        </p:nvSpPr>
        <p:spPr>
          <a:xfrm>
            <a:off x="63055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Rectangle 1256"/>
          <p:cNvSpPr/>
          <p:nvPr/>
        </p:nvSpPr>
        <p:spPr>
          <a:xfrm>
            <a:off x="63055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Rectangle 1257"/>
          <p:cNvSpPr/>
          <p:nvPr/>
        </p:nvSpPr>
        <p:spPr>
          <a:xfrm>
            <a:off x="63055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Rectangle 1258"/>
          <p:cNvSpPr/>
          <p:nvPr/>
        </p:nvSpPr>
        <p:spPr>
          <a:xfrm>
            <a:off x="63055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Rectangle 1259"/>
          <p:cNvSpPr/>
          <p:nvPr/>
        </p:nvSpPr>
        <p:spPr>
          <a:xfrm>
            <a:off x="63055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Rectangle 1260"/>
          <p:cNvSpPr/>
          <p:nvPr/>
        </p:nvSpPr>
        <p:spPr>
          <a:xfrm>
            <a:off x="63055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Rectangle 1261"/>
          <p:cNvSpPr/>
          <p:nvPr/>
        </p:nvSpPr>
        <p:spPr>
          <a:xfrm>
            <a:off x="63055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63055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Rectangle 1263"/>
          <p:cNvSpPr/>
          <p:nvPr/>
        </p:nvSpPr>
        <p:spPr>
          <a:xfrm>
            <a:off x="63055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Rectangle 1264"/>
          <p:cNvSpPr/>
          <p:nvPr/>
        </p:nvSpPr>
        <p:spPr>
          <a:xfrm>
            <a:off x="63055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Rectangle 1265"/>
          <p:cNvSpPr/>
          <p:nvPr/>
        </p:nvSpPr>
        <p:spPr>
          <a:xfrm>
            <a:off x="63055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Rectangle 1266"/>
          <p:cNvSpPr/>
          <p:nvPr/>
        </p:nvSpPr>
        <p:spPr>
          <a:xfrm>
            <a:off x="63055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Rectangle 1267"/>
          <p:cNvSpPr/>
          <p:nvPr/>
        </p:nvSpPr>
        <p:spPr>
          <a:xfrm>
            <a:off x="63055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Rectangle 1268"/>
          <p:cNvSpPr/>
          <p:nvPr/>
        </p:nvSpPr>
        <p:spPr>
          <a:xfrm>
            <a:off x="63055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Rectangle 1269"/>
          <p:cNvSpPr/>
          <p:nvPr/>
        </p:nvSpPr>
        <p:spPr>
          <a:xfrm>
            <a:off x="63055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Rectangle 1270"/>
          <p:cNvSpPr/>
          <p:nvPr/>
        </p:nvSpPr>
        <p:spPr>
          <a:xfrm>
            <a:off x="63055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Rectangle 1271"/>
          <p:cNvSpPr/>
          <p:nvPr/>
        </p:nvSpPr>
        <p:spPr>
          <a:xfrm>
            <a:off x="6305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Rectangle 1272"/>
          <p:cNvSpPr/>
          <p:nvPr/>
        </p:nvSpPr>
        <p:spPr>
          <a:xfrm>
            <a:off x="6305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Rectangle 1273"/>
          <p:cNvSpPr/>
          <p:nvPr/>
        </p:nvSpPr>
        <p:spPr>
          <a:xfrm>
            <a:off x="6305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Rectangle 1274"/>
          <p:cNvSpPr/>
          <p:nvPr/>
        </p:nvSpPr>
        <p:spPr>
          <a:xfrm>
            <a:off x="64198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Rectangle 1275"/>
          <p:cNvSpPr/>
          <p:nvPr/>
        </p:nvSpPr>
        <p:spPr>
          <a:xfrm>
            <a:off x="64198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Rectangle 1276"/>
          <p:cNvSpPr/>
          <p:nvPr/>
        </p:nvSpPr>
        <p:spPr>
          <a:xfrm>
            <a:off x="64198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Rectangle 1277"/>
          <p:cNvSpPr/>
          <p:nvPr/>
        </p:nvSpPr>
        <p:spPr>
          <a:xfrm>
            <a:off x="64198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Rectangle 1278"/>
          <p:cNvSpPr/>
          <p:nvPr/>
        </p:nvSpPr>
        <p:spPr>
          <a:xfrm>
            <a:off x="64198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Rectangle 1279"/>
          <p:cNvSpPr/>
          <p:nvPr/>
        </p:nvSpPr>
        <p:spPr>
          <a:xfrm>
            <a:off x="64198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Rectangle 1280"/>
          <p:cNvSpPr/>
          <p:nvPr/>
        </p:nvSpPr>
        <p:spPr>
          <a:xfrm>
            <a:off x="64198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Rectangle 1281"/>
          <p:cNvSpPr/>
          <p:nvPr/>
        </p:nvSpPr>
        <p:spPr>
          <a:xfrm>
            <a:off x="64198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Rectangle 1282"/>
          <p:cNvSpPr/>
          <p:nvPr/>
        </p:nvSpPr>
        <p:spPr>
          <a:xfrm>
            <a:off x="64198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Rectangle 1283"/>
          <p:cNvSpPr/>
          <p:nvPr/>
        </p:nvSpPr>
        <p:spPr>
          <a:xfrm>
            <a:off x="64198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Rectangle 1284"/>
          <p:cNvSpPr/>
          <p:nvPr/>
        </p:nvSpPr>
        <p:spPr>
          <a:xfrm>
            <a:off x="64198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Rectangle 1285"/>
          <p:cNvSpPr/>
          <p:nvPr/>
        </p:nvSpPr>
        <p:spPr>
          <a:xfrm>
            <a:off x="64198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Rectangle 1286"/>
          <p:cNvSpPr/>
          <p:nvPr/>
        </p:nvSpPr>
        <p:spPr>
          <a:xfrm>
            <a:off x="64198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Rectangle 1287"/>
          <p:cNvSpPr/>
          <p:nvPr/>
        </p:nvSpPr>
        <p:spPr>
          <a:xfrm>
            <a:off x="64198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Rectangle 1288"/>
          <p:cNvSpPr/>
          <p:nvPr/>
        </p:nvSpPr>
        <p:spPr>
          <a:xfrm>
            <a:off x="64198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Rectangle 1289"/>
          <p:cNvSpPr/>
          <p:nvPr/>
        </p:nvSpPr>
        <p:spPr>
          <a:xfrm>
            <a:off x="64198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Rectangle 1290"/>
          <p:cNvSpPr/>
          <p:nvPr/>
        </p:nvSpPr>
        <p:spPr>
          <a:xfrm>
            <a:off x="64198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Rectangle 1291"/>
          <p:cNvSpPr/>
          <p:nvPr/>
        </p:nvSpPr>
        <p:spPr>
          <a:xfrm>
            <a:off x="64198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64198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Rectangle 1293"/>
          <p:cNvSpPr/>
          <p:nvPr/>
        </p:nvSpPr>
        <p:spPr>
          <a:xfrm>
            <a:off x="64198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ectangle 1294"/>
          <p:cNvSpPr/>
          <p:nvPr/>
        </p:nvSpPr>
        <p:spPr>
          <a:xfrm>
            <a:off x="64198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64198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Rectangle 1296"/>
          <p:cNvSpPr/>
          <p:nvPr/>
        </p:nvSpPr>
        <p:spPr>
          <a:xfrm>
            <a:off x="64198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64198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64198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6419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6419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6419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Rectangle 1302"/>
          <p:cNvSpPr/>
          <p:nvPr/>
        </p:nvSpPr>
        <p:spPr>
          <a:xfrm>
            <a:off x="65341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Rectangle 1303"/>
          <p:cNvSpPr/>
          <p:nvPr/>
        </p:nvSpPr>
        <p:spPr>
          <a:xfrm>
            <a:off x="65341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ectangle 1304"/>
          <p:cNvSpPr/>
          <p:nvPr/>
        </p:nvSpPr>
        <p:spPr>
          <a:xfrm>
            <a:off x="65341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65341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65341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65341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Rectangle 1308"/>
          <p:cNvSpPr/>
          <p:nvPr/>
        </p:nvSpPr>
        <p:spPr>
          <a:xfrm>
            <a:off x="65341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ectangle 1309"/>
          <p:cNvSpPr/>
          <p:nvPr/>
        </p:nvSpPr>
        <p:spPr>
          <a:xfrm>
            <a:off x="65341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65341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Rectangle 1311"/>
          <p:cNvSpPr/>
          <p:nvPr/>
        </p:nvSpPr>
        <p:spPr>
          <a:xfrm>
            <a:off x="65341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Rectangle 1312"/>
          <p:cNvSpPr/>
          <p:nvPr/>
        </p:nvSpPr>
        <p:spPr>
          <a:xfrm>
            <a:off x="65341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65341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Rectangle 1314"/>
          <p:cNvSpPr/>
          <p:nvPr/>
        </p:nvSpPr>
        <p:spPr>
          <a:xfrm>
            <a:off x="65341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Rectangle 1315"/>
          <p:cNvSpPr/>
          <p:nvPr/>
        </p:nvSpPr>
        <p:spPr>
          <a:xfrm>
            <a:off x="65341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Rectangle 1316"/>
          <p:cNvSpPr/>
          <p:nvPr/>
        </p:nvSpPr>
        <p:spPr>
          <a:xfrm>
            <a:off x="65341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Rectangle 1317"/>
          <p:cNvSpPr/>
          <p:nvPr/>
        </p:nvSpPr>
        <p:spPr>
          <a:xfrm>
            <a:off x="65341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Rectangle 1318"/>
          <p:cNvSpPr/>
          <p:nvPr/>
        </p:nvSpPr>
        <p:spPr>
          <a:xfrm>
            <a:off x="65341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65341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Rectangle 1320"/>
          <p:cNvSpPr/>
          <p:nvPr/>
        </p:nvSpPr>
        <p:spPr>
          <a:xfrm>
            <a:off x="65341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65341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Rectangle 1322"/>
          <p:cNvSpPr/>
          <p:nvPr/>
        </p:nvSpPr>
        <p:spPr>
          <a:xfrm>
            <a:off x="65341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Rectangle 1323"/>
          <p:cNvSpPr/>
          <p:nvPr/>
        </p:nvSpPr>
        <p:spPr>
          <a:xfrm>
            <a:off x="65341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Rectangle 1324"/>
          <p:cNvSpPr/>
          <p:nvPr/>
        </p:nvSpPr>
        <p:spPr>
          <a:xfrm>
            <a:off x="65341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Rectangle 1325"/>
          <p:cNvSpPr/>
          <p:nvPr/>
        </p:nvSpPr>
        <p:spPr>
          <a:xfrm>
            <a:off x="65341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65341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Rectangle 1327"/>
          <p:cNvSpPr/>
          <p:nvPr/>
        </p:nvSpPr>
        <p:spPr>
          <a:xfrm>
            <a:off x="6534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Rectangle 1328"/>
          <p:cNvSpPr/>
          <p:nvPr/>
        </p:nvSpPr>
        <p:spPr>
          <a:xfrm>
            <a:off x="6534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Rectangle 1329"/>
          <p:cNvSpPr/>
          <p:nvPr/>
        </p:nvSpPr>
        <p:spPr>
          <a:xfrm>
            <a:off x="6534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66484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66484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66484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66484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66484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66484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66484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66484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66484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66484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66484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66484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66484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66484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66484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66484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66484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66484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66484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66484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66484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66484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Rectangle 1352"/>
          <p:cNvSpPr/>
          <p:nvPr/>
        </p:nvSpPr>
        <p:spPr>
          <a:xfrm>
            <a:off x="66484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Rectangle 1353"/>
          <p:cNvSpPr/>
          <p:nvPr/>
        </p:nvSpPr>
        <p:spPr>
          <a:xfrm>
            <a:off x="66484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Rectangle 1354"/>
          <p:cNvSpPr/>
          <p:nvPr/>
        </p:nvSpPr>
        <p:spPr>
          <a:xfrm>
            <a:off x="66484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Rectangle 1355"/>
          <p:cNvSpPr/>
          <p:nvPr/>
        </p:nvSpPr>
        <p:spPr>
          <a:xfrm>
            <a:off x="6648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Rectangle 1356"/>
          <p:cNvSpPr/>
          <p:nvPr/>
        </p:nvSpPr>
        <p:spPr>
          <a:xfrm>
            <a:off x="6648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Rectangle 1357"/>
          <p:cNvSpPr/>
          <p:nvPr/>
        </p:nvSpPr>
        <p:spPr>
          <a:xfrm>
            <a:off x="6648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Rectangle 1358"/>
          <p:cNvSpPr/>
          <p:nvPr/>
        </p:nvSpPr>
        <p:spPr>
          <a:xfrm>
            <a:off x="6762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Rectangle 1359"/>
          <p:cNvSpPr/>
          <p:nvPr/>
        </p:nvSpPr>
        <p:spPr>
          <a:xfrm>
            <a:off x="6762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Rectangle 1360"/>
          <p:cNvSpPr/>
          <p:nvPr/>
        </p:nvSpPr>
        <p:spPr>
          <a:xfrm>
            <a:off x="6762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Rectangle 1361"/>
          <p:cNvSpPr/>
          <p:nvPr/>
        </p:nvSpPr>
        <p:spPr>
          <a:xfrm>
            <a:off x="6762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Rectangle 1362"/>
          <p:cNvSpPr/>
          <p:nvPr/>
        </p:nvSpPr>
        <p:spPr>
          <a:xfrm>
            <a:off x="6762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Rectangle 1363"/>
          <p:cNvSpPr/>
          <p:nvPr/>
        </p:nvSpPr>
        <p:spPr>
          <a:xfrm>
            <a:off x="67627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Rectangle 1364"/>
          <p:cNvSpPr/>
          <p:nvPr/>
        </p:nvSpPr>
        <p:spPr>
          <a:xfrm>
            <a:off x="67627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Rectangle 1365"/>
          <p:cNvSpPr/>
          <p:nvPr/>
        </p:nvSpPr>
        <p:spPr>
          <a:xfrm>
            <a:off x="67627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Rectangle 1366"/>
          <p:cNvSpPr/>
          <p:nvPr/>
        </p:nvSpPr>
        <p:spPr>
          <a:xfrm>
            <a:off x="6762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Rectangle 1367"/>
          <p:cNvSpPr/>
          <p:nvPr/>
        </p:nvSpPr>
        <p:spPr>
          <a:xfrm>
            <a:off x="6762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Rectangle 1368"/>
          <p:cNvSpPr/>
          <p:nvPr/>
        </p:nvSpPr>
        <p:spPr>
          <a:xfrm>
            <a:off x="6762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Rectangle 1369"/>
          <p:cNvSpPr/>
          <p:nvPr/>
        </p:nvSpPr>
        <p:spPr>
          <a:xfrm>
            <a:off x="6762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Rectangle 1370"/>
          <p:cNvSpPr/>
          <p:nvPr/>
        </p:nvSpPr>
        <p:spPr>
          <a:xfrm>
            <a:off x="6762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Rectangle 1371"/>
          <p:cNvSpPr/>
          <p:nvPr/>
        </p:nvSpPr>
        <p:spPr>
          <a:xfrm>
            <a:off x="6762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Rectangle 1372"/>
          <p:cNvSpPr/>
          <p:nvPr/>
        </p:nvSpPr>
        <p:spPr>
          <a:xfrm>
            <a:off x="6762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Rectangle 1373"/>
          <p:cNvSpPr/>
          <p:nvPr/>
        </p:nvSpPr>
        <p:spPr>
          <a:xfrm>
            <a:off x="67627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Rectangle 1374"/>
          <p:cNvSpPr/>
          <p:nvPr/>
        </p:nvSpPr>
        <p:spPr>
          <a:xfrm>
            <a:off x="67627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Rectangle 1375"/>
          <p:cNvSpPr/>
          <p:nvPr/>
        </p:nvSpPr>
        <p:spPr>
          <a:xfrm>
            <a:off x="67627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Rectangle 1376"/>
          <p:cNvSpPr/>
          <p:nvPr/>
        </p:nvSpPr>
        <p:spPr>
          <a:xfrm>
            <a:off x="67627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Rectangle 1377"/>
          <p:cNvSpPr/>
          <p:nvPr/>
        </p:nvSpPr>
        <p:spPr>
          <a:xfrm>
            <a:off x="67627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Rectangle 1378"/>
          <p:cNvSpPr/>
          <p:nvPr/>
        </p:nvSpPr>
        <p:spPr>
          <a:xfrm>
            <a:off x="67627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Rectangle 1379"/>
          <p:cNvSpPr/>
          <p:nvPr/>
        </p:nvSpPr>
        <p:spPr>
          <a:xfrm>
            <a:off x="67627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Rectangle 1380"/>
          <p:cNvSpPr/>
          <p:nvPr/>
        </p:nvSpPr>
        <p:spPr>
          <a:xfrm>
            <a:off x="67627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Rectangle 1381"/>
          <p:cNvSpPr/>
          <p:nvPr/>
        </p:nvSpPr>
        <p:spPr>
          <a:xfrm>
            <a:off x="67627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Rectangle 1382"/>
          <p:cNvSpPr/>
          <p:nvPr/>
        </p:nvSpPr>
        <p:spPr>
          <a:xfrm>
            <a:off x="67627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Rectangle 1383"/>
          <p:cNvSpPr/>
          <p:nvPr/>
        </p:nvSpPr>
        <p:spPr>
          <a:xfrm>
            <a:off x="6762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Rectangle 1384"/>
          <p:cNvSpPr/>
          <p:nvPr/>
        </p:nvSpPr>
        <p:spPr>
          <a:xfrm>
            <a:off x="6762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Rectangle 1385"/>
          <p:cNvSpPr/>
          <p:nvPr/>
        </p:nvSpPr>
        <p:spPr>
          <a:xfrm>
            <a:off x="6762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Rectangle 1386"/>
          <p:cNvSpPr/>
          <p:nvPr/>
        </p:nvSpPr>
        <p:spPr>
          <a:xfrm>
            <a:off x="6877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Rectangle 1387"/>
          <p:cNvSpPr/>
          <p:nvPr/>
        </p:nvSpPr>
        <p:spPr>
          <a:xfrm>
            <a:off x="6877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Rectangle 1388"/>
          <p:cNvSpPr/>
          <p:nvPr/>
        </p:nvSpPr>
        <p:spPr>
          <a:xfrm>
            <a:off x="6877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Rectangle 1389"/>
          <p:cNvSpPr/>
          <p:nvPr/>
        </p:nvSpPr>
        <p:spPr>
          <a:xfrm>
            <a:off x="6877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Rectangle 1390"/>
          <p:cNvSpPr/>
          <p:nvPr/>
        </p:nvSpPr>
        <p:spPr>
          <a:xfrm>
            <a:off x="6877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Rectangle 1391"/>
          <p:cNvSpPr/>
          <p:nvPr/>
        </p:nvSpPr>
        <p:spPr>
          <a:xfrm>
            <a:off x="6877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Rectangle 1392"/>
          <p:cNvSpPr/>
          <p:nvPr/>
        </p:nvSpPr>
        <p:spPr>
          <a:xfrm>
            <a:off x="68770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Rectangle 1393"/>
          <p:cNvSpPr/>
          <p:nvPr/>
        </p:nvSpPr>
        <p:spPr>
          <a:xfrm>
            <a:off x="68770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Rectangle 1394"/>
          <p:cNvSpPr/>
          <p:nvPr/>
        </p:nvSpPr>
        <p:spPr>
          <a:xfrm>
            <a:off x="68770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Rectangle 1395"/>
          <p:cNvSpPr/>
          <p:nvPr/>
        </p:nvSpPr>
        <p:spPr>
          <a:xfrm>
            <a:off x="6877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Rectangle 1396"/>
          <p:cNvSpPr/>
          <p:nvPr/>
        </p:nvSpPr>
        <p:spPr>
          <a:xfrm>
            <a:off x="6877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Rectangle 1397"/>
          <p:cNvSpPr/>
          <p:nvPr/>
        </p:nvSpPr>
        <p:spPr>
          <a:xfrm>
            <a:off x="6877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Rectangle 1398"/>
          <p:cNvSpPr/>
          <p:nvPr/>
        </p:nvSpPr>
        <p:spPr>
          <a:xfrm>
            <a:off x="6877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Rectangle 1399"/>
          <p:cNvSpPr/>
          <p:nvPr/>
        </p:nvSpPr>
        <p:spPr>
          <a:xfrm>
            <a:off x="6877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Rectangle 1400"/>
          <p:cNvSpPr/>
          <p:nvPr/>
        </p:nvSpPr>
        <p:spPr>
          <a:xfrm>
            <a:off x="6877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Rectangle 1401"/>
          <p:cNvSpPr/>
          <p:nvPr/>
        </p:nvSpPr>
        <p:spPr>
          <a:xfrm>
            <a:off x="68770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Rectangle 1402"/>
          <p:cNvSpPr/>
          <p:nvPr/>
        </p:nvSpPr>
        <p:spPr>
          <a:xfrm>
            <a:off x="68770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Rectangle 1403"/>
          <p:cNvSpPr/>
          <p:nvPr/>
        </p:nvSpPr>
        <p:spPr>
          <a:xfrm>
            <a:off x="68770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Rectangle 1404"/>
          <p:cNvSpPr/>
          <p:nvPr/>
        </p:nvSpPr>
        <p:spPr>
          <a:xfrm>
            <a:off x="68770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Rectangle 1405"/>
          <p:cNvSpPr/>
          <p:nvPr/>
        </p:nvSpPr>
        <p:spPr>
          <a:xfrm>
            <a:off x="68770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Rectangle 1406"/>
          <p:cNvSpPr/>
          <p:nvPr/>
        </p:nvSpPr>
        <p:spPr>
          <a:xfrm>
            <a:off x="68770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Rectangle 1407"/>
          <p:cNvSpPr/>
          <p:nvPr/>
        </p:nvSpPr>
        <p:spPr>
          <a:xfrm>
            <a:off x="68770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Rectangle 1408"/>
          <p:cNvSpPr/>
          <p:nvPr/>
        </p:nvSpPr>
        <p:spPr>
          <a:xfrm>
            <a:off x="68770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Rectangle 1409"/>
          <p:cNvSpPr/>
          <p:nvPr/>
        </p:nvSpPr>
        <p:spPr>
          <a:xfrm>
            <a:off x="68770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Rectangle 1410"/>
          <p:cNvSpPr/>
          <p:nvPr/>
        </p:nvSpPr>
        <p:spPr>
          <a:xfrm>
            <a:off x="68770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Rectangle 1411"/>
          <p:cNvSpPr/>
          <p:nvPr/>
        </p:nvSpPr>
        <p:spPr>
          <a:xfrm>
            <a:off x="6877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Rectangle 1412"/>
          <p:cNvSpPr/>
          <p:nvPr/>
        </p:nvSpPr>
        <p:spPr>
          <a:xfrm>
            <a:off x="6877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Rectangle 1413"/>
          <p:cNvSpPr/>
          <p:nvPr/>
        </p:nvSpPr>
        <p:spPr>
          <a:xfrm>
            <a:off x="6877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Rectangle 1414"/>
          <p:cNvSpPr/>
          <p:nvPr/>
        </p:nvSpPr>
        <p:spPr>
          <a:xfrm>
            <a:off x="6991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Rectangle 1415"/>
          <p:cNvSpPr/>
          <p:nvPr/>
        </p:nvSpPr>
        <p:spPr>
          <a:xfrm>
            <a:off x="6991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Rectangle 1416"/>
          <p:cNvSpPr/>
          <p:nvPr/>
        </p:nvSpPr>
        <p:spPr>
          <a:xfrm>
            <a:off x="6991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Rectangle 1417"/>
          <p:cNvSpPr/>
          <p:nvPr/>
        </p:nvSpPr>
        <p:spPr>
          <a:xfrm>
            <a:off x="6991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Rectangle 1418"/>
          <p:cNvSpPr/>
          <p:nvPr/>
        </p:nvSpPr>
        <p:spPr>
          <a:xfrm>
            <a:off x="6991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Rectangle 1419"/>
          <p:cNvSpPr/>
          <p:nvPr/>
        </p:nvSpPr>
        <p:spPr>
          <a:xfrm>
            <a:off x="6991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Rectangle 1420"/>
          <p:cNvSpPr/>
          <p:nvPr/>
        </p:nvSpPr>
        <p:spPr>
          <a:xfrm>
            <a:off x="6991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Rectangle 1421"/>
          <p:cNvSpPr/>
          <p:nvPr/>
        </p:nvSpPr>
        <p:spPr>
          <a:xfrm>
            <a:off x="69913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Rectangle 1422"/>
          <p:cNvSpPr/>
          <p:nvPr/>
        </p:nvSpPr>
        <p:spPr>
          <a:xfrm>
            <a:off x="69913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Rectangle 1423"/>
          <p:cNvSpPr/>
          <p:nvPr/>
        </p:nvSpPr>
        <p:spPr>
          <a:xfrm>
            <a:off x="69913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Rectangle 1424"/>
          <p:cNvSpPr/>
          <p:nvPr/>
        </p:nvSpPr>
        <p:spPr>
          <a:xfrm>
            <a:off x="6991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Rectangle 1425"/>
          <p:cNvSpPr/>
          <p:nvPr/>
        </p:nvSpPr>
        <p:spPr>
          <a:xfrm>
            <a:off x="6991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Rectangle 1426"/>
          <p:cNvSpPr/>
          <p:nvPr/>
        </p:nvSpPr>
        <p:spPr>
          <a:xfrm>
            <a:off x="6991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Rectangle 1427"/>
          <p:cNvSpPr/>
          <p:nvPr/>
        </p:nvSpPr>
        <p:spPr>
          <a:xfrm>
            <a:off x="6991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Rectangle 1428"/>
          <p:cNvSpPr/>
          <p:nvPr/>
        </p:nvSpPr>
        <p:spPr>
          <a:xfrm>
            <a:off x="6991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Rectangle 1429"/>
          <p:cNvSpPr/>
          <p:nvPr/>
        </p:nvSpPr>
        <p:spPr>
          <a:xfrm>
            <a:off x="69913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Rectangle 1430"/>
          <p:cNvSpPr/>
          <p:nvPr/>
        </p:nvSpPr>
        <p:spPr>
          <a:xfrm>
            <a:off x="69913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Rectangle 1431"/>
          <p:cNvSpPr/>
          <p:nvPr/>
        </p:nvSpPr>
        <p:spPr>
          <a:xfrm>
            <a:off x="69913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Rectangle 1432"/>
          <p:cNvSpPr/>
          <p:nvPr/>
        </p:nvSpPr>
        <p:spPr>
          <a:xfrm>
            <a:off x="69913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Rectangle 1433"/>
          <p:cNvSpPr/>
          <p:nvPr/>
        </p:nvSpPr>
        <p:spPr>
          <a:xfrm>
            <a:off x="69913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Rectangle 1434"/>
          <p:cNvSpPr/>
          <p:nvPr/>
        </p:nvSpPr>
        <p:spPr>
          <a:xfrm>
            <a:off x="69913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Rectangle 1435"/>
          <p:cNvSpPr/>
          <p:nvPr/>
        </p:nvSpPr>
        <p:spPr>
          <a:xfrm>
            <a:off x="69913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Rectangle 1436"/>
          <p:cNvSpPr/>
          <p:nvPr/>
        </p:nvSpPr>
        <p:spPr>
          <a:xfrm>
            <a:off x="69913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Rectangle 1437"/>
          <p:cNvSpPr/>
          <p:nvPr/>
        </p:nvSpPr>
        <p:spPr>
          <a:xfrm>
            <a:off x="69913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Rectangle 1438"/>
          <p:cNvSpPr/>
          <p:nvPr/>
        </p:nvSpPr>
        <p:spPr>
          <a:xfrm>
            <a:off x="69913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Rectangle 1439"/>
          <p:cNvSpPr/>
          <p:nvPr/>
        </p:nvSpPr>
        <p:spPr>
          <a:xfrm>
            <a:off x="69913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Rectangle 1440"/>
          <p:cNvSpPr/>
          <p:nvPr/>
        </p:nvSpPr>
        <p:spPr>
          <a:xfrm>
            <a:off x="6991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Rectangle 1441"/>
          <p:cNvSpPr/>
          <p:nvPr/>
        </p:nvSpPr>
        <p:spPr>
          <a:xfrm>
            <a:off x="6991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Rectangle 1442"/>
          <p:cNvSpPr/>
          <p:nvPr/>
        </p:nvSpPr>
        <p:spPr>
          <a:xfrm>
            <a:off x="71056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Rectangle 1443"/>
          <p:cNvSpPr/>
          <p:nvPr/>
        </p:nvSpPr>
        <p:spPr>
          <a:xfrm>
            <a:off x="7105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Rectangle 1444"/>
          <p:cNvSpPr/>
          <p:nvPr/>
        </p:nvSpPr>
        <p:spPr>
          <a:xfrm>
            <a:off x="7105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Rectangle 1445"/>
          <p:cNvSpPr/>
          <p:nvPr/>
        </p:nvSpPr>
        <p:spPr>
          <a:xfrm>
            <a:off x="7105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Rectangle 1446"/>
          <p:cNvSpPr/>
          <p:nvPr/>
        </p:nvSpPr>
        <p:spPr>
          <a:xfrm>
            <a:off x="7105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Rectangle 1447"/>
          <p:cNvSpPr/>
          <p:nvPr/>
        </p:nvSpPr>
        <p:spPr>
          <a:xfrm>
            <a:off x="7105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Rectangle 1448"/>
          <p:cNvSpPr/>
          <p:nvPr/>
        </p:nvSpPr>
        <p:spPr>
          <a:xfrm>
            <a:off x="7105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Rectangle 1449"/>
          <p:cNvSpPr/>
          <p:nvPr/>
        </p:nvSpPr>
        <p:spPr>
          <a:xfrm>
            <a:off x="7105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Rectangle 1450"/>
          <p:cNvSpPr/>
          <p:nvPr/>
        </p:nvSpPr>
        <p:spPr>
          <a:xfrm>
            <a:off x="71056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Rectangle 1451"/>
          <p:cNvSpPr/>
          <p:nvPr/>
        </p:nvSpPr>
        <p:spPr>
          <a:xfrm>
            <a:off x="71056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Rectangle 1452"/>
          <p:cNvSpPr/>
          <p:nvPr/>
        </p:nvSpPr>
        <p:spPr>
          <a:xfrm>
            <a:off x="71056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Rectangle 1453"/>
          <p:cNvSpPr/>
          <p:nvPr/>
        </p:nvSpPr>
        <p:spPr>
          <a:xfrm>
            <a:off x="7105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Rectangle 1454"/>
          <p:cNvSpPr/>
          <p:nvPr/>
        </p:nvSpPr>
        <p:spPr>
          <a:xfrm>
            <a:off x="7105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Rectangle 1455"/>
          <p:cNvSpPr/>
          <p:nvPr/>
        </p:nvSpPr>
        <p:spPr>
          <a:xfrm>
            <a:off x="7105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Rectangle 1456"/>
          <p:cNvSpPr/>
          <p:nvPr/>
        </p:nvSpPr>
        <p:spPr>
          <a:xfrm>
            <a:off x="7105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Rectangle 1457"/>
          <p:cNvSpPr/>
          <p:nvPr/>
        </p:nvSpPr>
        <p:spPr>
          <a:xfrm>
            <a:off x="7105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Rectangle 1458"/>
          <p:cNvSpPr/>
          <p:nvPr/>
        </p:nvSpPr>
        <p:spPr>
          <a:xfrm>
            <a:off x="71056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Rectangle 1459"/>
          <p:cNvSpPr/>
          <p:nvPr/>
        </p:nvSpPr>
        <p:spPr>
          <a:xfrm>
            <a:off x="71056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Rectangle 1460"/>
          <p:cNvSpPr/>
          <p:nvPr/>
        </p:nvSpPr>
        <p:spPr>
          <a:xfrm>
            <a:off x="71056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Rectangle 1461"/>
          <p:cNvSpPr/>
          <p:nvPr/>
        </p:nvSpPr>
        <p:spPr>
          <a:xfrm>
            <a:off x="71056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Rectangle 1462"/>
          <p:cNvSpPr/>
          <p:nvPr/>
        </p:nvSpPr>
        <p:spPr>
          <a:xfrm>
            <a:off x="71056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Rectangle 1463"/>
          <p:cNvSpPr/>
          <p:nvPr/>
        </p:nvSpPr>
        <p:spPr>
          <a:xfrm>
            <a:off x="71056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Rectangle 1464"/>
          <p:cNvSpPr/>
          <p:nvPr/>
        </p:nvSpPr>
        <p:spPr>
          <a:xfrm>
            <a:off x="71056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Rectangle 1465"/>
          <p:cNvSpPr/>
          <p:nvPr/>
        </p:nvSpPr>
        <p:spPr>
          <a:xfrm>
            <a:off x="71056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Rectangle 1466"/>
          <p:cNvSpPr/>
          <p:nvPr/>
        </p:nvSpPr>
        <p:spPr>
          <a:xfrm>
            <a:off x="71056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Rectangle 1467"/>
          <p:cNvSpPr/>
          <p:nvPr/>
        </p:nvSpPr>
        <p:spPr>
          <a:xfrm>
            <a:off x="71056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Rectangle 1468"/>
          <p:cNvSpPr/>
          <p:nvPr/>
        </p:nvSpPr>
        <p:spPr>
          <a:xfrm>
            <a:off x="7105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Rectangle 1469"/>
          <p:cNvSpPr/>
          <p:nvPr/>
        </p:nvSpPr>
        <p:spPr>
          <a:xfrm>
            <a:off x="7105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Rectangle 1470"/>
          <p:cNvSpPr/>
          <p:nvPr/>
        </p:nvSpPr>
        <p:spPr>
          <a:xfrm>
            <a:off x="72199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Rectangle 1471"/>
          <p:cNvSpPr/>
          <p:nvPr/>
        </p:nvSpPr>
        <p:spPr>
          <a:xfrm>
            <a:off x="72199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Rectangle 1472"/>
          <p:cNvSpPr/>
          <p:nvPr/>
        </p:nvSpPr>
        <p:spPr>
          <a:xfrm>
            <a:off x="72199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Rectangle 1473"/>
          <p:cNvSpPr/>
          <p:nvPr/>
        </p:nvSpPr>
        <p:spPr>
          <a:xfrm>
            <a:off x="72199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Rectangle 1474"/>
          <p:cNvSpPr/>
          <p:nvPr/>
        </p:nvSpPr>
        <p:spPr>
          <a:xfrm>
            <a:off x="72199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Rectangle 1475"/>
          <p:cNvSpPr/>
          <p:nvPr/>
        </p:nvSpPr>
        <p:spPr>
          <a:xfrm>
            <a:off x="72199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Rectangle 1476"/>
          <p:cNvSpPr/>
          <p:nvPr/>
        </p:nvSpPr>
        <p:spPr>
          <a:xfrm>
            <a:off x="72199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Rectangle 1477"/>
          <p:cNvSpPr/>
          <p:nvPr/>
        </p:nvSpPr>
        <p:spPr>
          <a:xfrm>
            <a:off x="72199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Rectangle 1478"/>
          <p:cNvSpPr/>
          <p:nvPr/>
        </p:nvSpPr>
        <p:spPr>
          <a:xfrm>
            <a:off x="72199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Rectangle 1479"/>
          <p:cNvSpPr/>
          <p:nvPr/>
        </p:nvSpPr>
        <p:spPr>
          <a:xfrm>
            <a:off x="72199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Rectangle 1480"/>
          <p:cNvSpPr/>
          <p:nvPr/>
        </p:nvSpPr>
        <p:spPr>
          <a:xfrm>
            <a:off x="72199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Rectangle 1481"/>
          <p:cNvSpPr/>
          <p:nvPr/>
        </p:nvSpPr>
        <p:spPr>
          <a:xfrm>
            <a:off x="72199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Rectangle 1482"/>
          <p:cNvSpPr/>
          <p:nvPr/>
        </p:nvSpPr>
        <p:spPr>
          <a:xfrm>
            <a:off x="72199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Rectangle 1483"/>
          <p:cNvSpPr/>
          <p:nvPr/>
        </p:nvSpPr>
        <p:spPr>
          <a:xfrm>
            <a:off x="72199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Rectangle 1484"/>
          <p:cNvSpPr/>
          <p:nvPr/>
        </p:nvSpPr>
        <p:spPr>
          <a:xfrm>
            <a:off x="72199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Rectangle 1485"/>
          <p:cNvSpPr/>
          <p:nvPr/>
        </p:nvSpPr>
        <p:spPr>
          <a:xfrm>
            <a:off x="7219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Rectangle 1486"/>
          <p:cNvSpPr/>
          <p:nvPr/>
        </p:nvSpPr>
        <p:spPr>
          <a:xfrm>
            <a:off x="72199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Rectangle 1487"/>
          <p:cNvSpPr/>
          <p:nvPr/>
        </p:nvSpPr>
        <p:spPr>
          <a:xfrm>
            <a:off x="72199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Rectangle 1488"/>
          <p:cNvSpPr/>
          <p:nvPr/>
        </p:nvSpPr>
        <p:spPr>
          <a:xfrm>
            <a:off x="72199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Rectangle 1489"/>
          <p:cNvSpPr/>
          <p:nvPr/>
        </p:nvSpPr>
        <p:spPr>
          <a:xfrm>
            <a:off x="72199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Rectangle 1490"/>
          <p:cNvSpPr/>
          <p:nvPr/>
        </p:nvSpPr>
        <p:spPr>
          <a:xfrm>
            <a:off x="72199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Rectangle 1491"/>
          <p:cNvSpPr/>
          <p:nvPr/>
        </p:nvSpPr>
        <p:spPr>
          <a:xfrm>
            <a:off x="72199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Rectangle 1492"/>
          <p:cNvSpPr/>
          <p:nvPr/>
        </p:nvSpPr>
        <p:spPr>
          <a:xfrm>
            <a:off x="72199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Rectangle 1493"/>
          <p:cNvSpPr/>
          <p:nvPr/>
        </p:nvSpPr>
        <p:spPr>
          <a:xfrm>
            <a:off x="72199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Rectangle 1494"/>
          <p:cNvSpPr/>
          <p:nvPr/>
        </p:nvSpPr>
        <p:spPr>
          <a:xfrm>
            <a:off x="72199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Rectangle 1495"/>
          <p:cNvSpPr/>
          <p:nvPr/>
        </p:nvSpPr>
        <p:spPr>
          <a:xfrm>
            <a:off x="72199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Rectangle 1496"/>
          <p:cNvSpPr/>
          <p:nvPr/>
        </p:nvSpPr>
        <p:spPr>
          <a:xfrm>
            <a:off x="72199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Rectangle 1497"/>
          <p:cNvSpPr/>
          <p:nvPr/>
        </p:nvSpPr>
        <p:spPr>
          <a:xfrm>
            <a:off x="7219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Rectangle 1498"/>
          <p:cNvSpPr/>
          <p:nvPr/>
        </p:nvSpPr>
        <p:spPr>
          <a:xfrm>
            <a:off x="7334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Rectangle 1499"/>
          <p:cNvSpPr/>
          <p:nvPr/>
        </p:nvSpPr>
        <p:spPr>
          <a:xfrm>
            <a:off x="7334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Rectangle 1500"/>
          <p:cNvSpPr/>
          <p:nvPr/>
        </p:nvSpPr>
        <p:spPr>
          <a:xfrm>
            <a:off x="7334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Rectangle 1501"/>
          <p:cNvSpPr/>
          <p:nvPr/>
        </p:nvSpPr>
        <p:spPr>
          <a:xfrm>
            <a:off x="73342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Rectangle 1502"/>
          <p:cNvSpPr/>
          <p:nvPr/>
        </p:nvSpPr>
        <p:spPr>
          <a:xfrm>
            <a:off x="73342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Rectangle 1503"/>
          <p:cNvSpPr/>
          <p:nvPr/>
        </p:nvSpPr>
        <p:spPr>
          <a:xfrm>
            <a:off x="73342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Rectangle 1504"/>
          <p:cNvSpPr/>
          <p:nvPr/>
        </p:nvSpPr>
        <p:spPr>
          <a:xfrm>
            <a:off x="73342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Rectangle 1505"/>
          <p:cNvSpPr/>
          <p:nvPr/>
        </p:nvSpPr>
        <p:spPr>
          <a:xfrm>
            <a:off x="73342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Rectangle 1506"/>
          <p:cNvSpPr/>
          <p:nvPr/>
        </p:nvSpPr>
        <p:spPr>
          <a:xfrm>
            <a:off x="73342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Rectangle 1507"/>
          <p:cNvSpPr/>
          <p:nvPr/>
        </p:nvSpPr>
        <p:spPr>
          <a:xfrm>
            <a:off x="73342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Rectangle 1508"/>
          <p:cNvSpPr/>
          <p:nvPr/>
        </p:nvSpPr>
        <p:spPr>
          <a:xfrm>
            <a:off x="73342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Rectangle 1509"/>
          <p:cNvSpPr/>
          <p:nvPr/>
        </p:nvSpPr>
        <p:spPr>
          <a:xfrm>
            <a:off x="73342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Rectangle 1510"/>
          <p:cNvSpPr/>
          <p:nvPr/>
        </p:nvSpPr>
        <p:spPr>
          <a:xfrm>
            <a:off x="73342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Rectangle 1511"/>
          <p:cNvSpPr/>
          <p:nvPr/>
        </p:nvSpPr>
        <p:spPr>
          <a:xfrm>
            <a:off x="73342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Rectangle 1512"/>
          <p:cNvSpPr/>
          <p:nvPr/>
        </p:nvSpPr>
        <p:spPr>
          <a:xfrm>
            <a:off x="73342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Rectangle 1513"/>
          <p:cNvSpPr/>
          <p:nvPr/>
        </p:nvSpPr>
        <p:spPr>
          <a:xfrm>
            <a:off x="73342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Rectangle 1514"/>
          <p:cNvSpPr/>
          <p:nvPr/>
        </p:nvSpPr>
        <p:spPr>
          <a:xfrm>
            <a:off x="73342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Rectangle 1515"/>
          <p:cNvSpPr/>
          <p:nvPr/>
        </p:nvSpPr>
        <p:spPr>
          <a:xfrm>
            <a:off x="73342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Rectangle 1516"/>
          <p:cNvSpPr/>
          <p:nvPr/>
        </p:nvSpPr>
        <p:spPr>
          <a:xfrm>
            <a:off x="73342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Rectangle 1517"/>
          <p:cNvSpPr/>
          <p:nvPr/>
        </p:nvSpPr>
        <p:spPr>
          <a:xfrm>
            <a:off x="73342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Rectangle 1518"/>
          <p:cNvSpPr/>
          <p:nvPr/>
        </p:nvSpPr>
        <p:spPr>
          <a:xfrm>
            <a:off x="7334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Rectangle 1519"/>
          <p:cNvSpPr/>
          <p:nvPr/>
        </p:nvSpPr>
        <p:spPr>
          <a:xfrm>
            <a:off x="7334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Rectangle 1520"/>
          <p:cNvSpPr/>
          <p:nvPr/>
        </p:nvSpPr>
        <p:spPr>
          <a:xfrm>
            <a:off x="73342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Rectangle 1521"/>
          <p:cNvSpPr/>
          <p:nvPr/>
        </p:nvSpPr>
        <p:spPr>
          <a:xfrm>
            <a:off x="73342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Rectangle 1522"/>
          <p:cNvSpPr/>
          <p:nvPr/>
        </p:nvSpPr>
        <p:spPr>
          <a:xfrm>
            <a:off x="73342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Rectangle 1523"/>
          <p:cNvSpPr/>
          <p:nvPr/>
        </p:nvSpPr>
        <p:spPr>
          <a:xfrm>
            <a:off x="73342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Rectangle 1524"/>
          <p:cNvSpPr/>
          <p:nvPr/>
        </p:nvSpPr>
        <p:spPr>
          <a:xfrm>
            <a:off x="73342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Rectangle 1525"/>
          <p:cNvSpPr/>
          <p:nvPr/>
        </p:nvSpPr>
        <p:spPr>
          <a:xfrm>
            <a:off x="7334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Rectangle 1526"/>
          <p:cNvSpPr/>
          <p:nvPr/>
        </p:nvSpPr>
        <p:spPr>
          <a:xfrm>
            <a:off x="7448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Rectangle 1527"/>
          <p:cNvSpPr/>
          <p:nvPr/>
        </p:nvSpPr>
        <p:spPr>
          <a:xfrm>
            <a:off x="7448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Rectangle 1528"/>
          <p:cNvSpPr/>
          <p:nvPr/>
        </p:nvSpPr>
        <p:spPr>
          <a:xfrm>
            <a:off x="7448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Rectangle 1529"/>
          <p:cNvSpPr/>
          <p:nvPr/>
        </p:nvSpPr>
        <p:spPr>
          <a:xfrm>
            <a:off x="7448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Rectangle 1530"/>
          <p:cNvSpPr/>
          <p:nvPr/>
        </p:nvSpPr>
        <p:spPr>
          <a:xfrm>
            <a:off x="74485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Rectangle 1531"/>
          <p:cNvSpPr/>
          <p:nvPr/>
        </p:nvSpPr>
        <p:spPr>
          <a:xfrm>
            <a:off x="74485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Rectangle 1532"/>
          <p:cNvSpPr/>
          <p:nvPr/>
        </p:nvSpPr>
        <p:spPr>
          <a:xfrm>
            <a:off x="74485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Rectangle 1533"/>
          <p:cNvSpPr/>
          <p:nvPr/>
        </p:nvSpPr>
        <p:spPr>
          <a:xfrm>
            <a:off x="74485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Rectangle 1534"/>
          <p:cNvSpPr/>
          <p:nvPr/>
        </p:nvSpPr>
        <p:spPr>
          <a:xfrm>
            <a:off x="74485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Rectangle 1535"/>
          <p:cNvSpPr/>
          <p:nvPr/>
        </p:nvSpPr>
        <p:spPr>
          <a:xfrm>
            <a:off x="74485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Rectangle 1536"/>
          <p:cNvSpPr/>
          <p:nvPr/>
        </p:nvSpPr>
        <p:spPr>
          <a:xfrm>
            <a:off x="74485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Rectangle 1537"/>
          <p:cNvSpPr/>
          <p:nvPr/>
        </p:nvSpPr>
        <p:spPr>
          <a:xfrm>
            <a:off x="74485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Rectangle 1538"/>
          <p:cNvSpPr/>
          <p:nvPr/>
        </p:nvSpPr>
        <p:spPr>
          <a:xfrm>
            <a:off x="74485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Rectangle 1539"/>
          <p:cNvSpPr/>
          <p:nvPr/>
        </p:nvSpPr>
        <p:spPr>
          <a:xfrm>
            <a:off x="74485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Rectangle 1540"/>
          <p:cNvSpPr/>
          <p:nvPr/>
        </p:nvSpPr>
        <p:spPr>
          <a:xfrm>
            <a:off x="74485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Rectangle 1541"/>
          <p:cNvSpPr/>
          <p:nvPr/>
        </p:nvSpPr>
        <p:spPr>
          <a:xfrm>
            <a:off x="74485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Rectangle 1542"/>
          <p:cNvSpPr/>
          <p:nvPr/>
        </p:nvSpPr>
        <p:spPr>
          <a:xfrm>
            <a:off x="74485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Rectangle 1543"/>
          <p:cNvSpPr/>
          <p:nvPr/>
        </p:nvSpPr>
        <p:spPr>
          <a:xfrm>
            <a:off x="74485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Rectangle 1544"/>
          <p:cNvSpPr/>
          <p:nvPr/>
        </p:nvSpPr>
        <p:spPr>
          <a:xfrm>
            <a:off x="74485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Rectangle 1545"/>
          <p:cNvSpPr/>
          <p:nvPr/>
        </p:nvSpPr>
        <p:spPr>
          <a:xfrm>
            <a:off x="74485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Rectangle 1546"/>
          <p:cNvSpPr/>
          <p:nvPr/>
        </p:nvSpPr>
        <p:spPr>
          <a:xfrm>
            <a:off x="7448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Rectangle 1547"/>
          <p:cNvSpPr/>
          <p:nvPr/>
        </p:nvSpPr>
        <p:spPr>
          <a:xfrm>
            <a:off x="7448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Rectangle 1548"/>
          <p:cNvSpPr/>
          <p:nvPr/>
        </p:nvSpPr>
        <p:spPr>
          <a:xfrm>
            <a:off x="7448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Rectangle 1549"/>
          <p:cNvSpPr/>
          <p:nvPr/>
        </p:nvSpPr>
        <p:spPr>
          <a:xfrm>
            <a:off x="7448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Rectangle 1550"/>
          <p:cNvSpPr/>
          <p:nvPr/>
        </p:nvSpPr>
        <p:spPr>
          <a:xfrm>
            <a:off x="74485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Rectangle 1551"/>
          <p:cNvSpPr/>
          <p:nvPr/>
        </p:nvSpPr>
        <p:spPr>
          <a:xfrm>
            <a:off x="74485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Rectangle 1552"/>
          <p:cNvSpPr/>
          <p:nvPr/>
        </p:nvSpPr>
        <p:spPr>
          <a:xfrm>
            <a:off x="74485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Rectangle 1553"/>
          <p:cNvSpPr/>
          <p:nvPr/>
        </p:nvSpPr>
        <p:spPr>
          <a:xfrm>
            <a:off x="74485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Rectangle 1554"/>
          <p:cNvSpPr/>
          <p:nvPr/>
        </p:nvSpPr>
        <p:spPr>
          <a:xfrm>
            <a:off x="7562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Rectangle 1555"/>
          <p:cNvSpPr/>
          <p:nvPr/>
        </p:nvSpPr>
        <p:spPr>
          <a:xfrm>
            <a:off x="7562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Rectangle 1556"/>
          <p:cNvSpPr/>
          <p:nvPr/>
        </p:nvSpPr>
        <p:spPr>
          <a:xfrm>
            <a:off x="7562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Rectangle 1557"/>
          <p:cNvSpPr/>
          <p:nvPr/>
        </p:nvSpPr>
        <p:spPr>
          <a:xfrm>
            <a:off x="7562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Rectangle 1558"/>
          <p:cNvSpPr/>
          <p:nvPr/>
        </p:nvSpPr>
        <p:spPr>
          <a:xfrm>
            <a:off x="7562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Rectangle 1559"/>
          <p:cNvSpPr/>
          <p:nvPr/>
        </p:nvSpPr>
        <p:spPr>
          <a:xfrm>
            <a:off x="75628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Rectangle 1560"/>
          <p:cNvSpPr/>
          <p:nvPr/>
        </p:nvSpPr>
        <p:spPr>
          <a:xfrm>
            <a:off x="75628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Rectangle 1561"/>
          <p:cNvSpPr/>
          <p:nvPr/>
        </p:nvSpPr>
        <p:spPr>
          <a:xfrm>
            <a:off x="75628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Rectangle 1562"/>
          <p:cNvSpPr/>
          <p:nvPr/>
        </p:nvSpPr>
        <p:spPr>
          <a:xfrm>
            <a:off x="75628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Rectangle 1563"/>
          <p:cNvSpPr/>
          <p:nvPr/>
        </p:nvSpPr>
        <p:spPr>
          <a:xfrm>
            <a:off x="75628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Rectangle 1564"/>
          <p:cNvSpPr/>
          <p:nvPr/>
        </p:nvSpPr>
        <p:spPr>
          <a:xfrm>
            <a:off x="75628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Rectangle 1565"/>
          <p:cNvSpPr/>
          <p:nvPr/>
        </p:nvSpPr>
        <p:spPr>
          <a:xfrm>
            <a:off x="75628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Rectangle 1566"/>
          <p:cNvSpPr/>
          <p:nvPr/>
        </p:nvSpPr>
        <p:spPr>
          <a:xfrm>
            <a:off x="75628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Rectangle 1567"/>
          <p:cNvSpPr/>
          <p:nvPr/>
        </p:nvSpPr>
        <p:spPr>
          <a:xfrm>
            <a:off x="75628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Rectangle 1568"/>
          <p:cNvSpPr/>
          <p:nvPr/>
        </p:nvSpPr>
        <p:spPr>
          <a:xfrm>
            <a:off x="75628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Rectangle 1569"/>
          <p:cNvSpPr/>
          <p:nvPr/>
        </p:nvSpPr>
        <p:spPr>
          <a:xfrm>
            <a:off x="75628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Rectangle 1570"/>
          <p:cNvSpPr/>
          <p:nvPr/>
        </p:nvSpPr>
        <p:spPr>
          <a:xfrm>
            <a:off x="75628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Rectangle 1571"/>
          <p:cNvSpPr/>
          <p:nvPr/>
        </p:nvSpPr>
        <p:spPr>
          <a:xfrm>
            <a:off x="75628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Rectangle 1572"/>
          <p:cNvSpPr/>
          <p:nvPr/>
        </p:nvSpPr>
        <p:spPr>
          <a:xfrm>
            <a:off x="75628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Rectangle 1573"/>
          <p:cNvSpPr/>
          <p:nvPr/>
        </p:nvSpPr>
        <p:spPr>
          <a:xfrm>
            <a:off x="75628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Rectangle 1574"/>
          <p:cNvSpPr/>
          <p:nvPr/>
        </p:nvSpPr>
        <p:spPr>
          <a:xfrm>
            <a:off x="75628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Rectangle 1575"/>
          <p:cNvSpPr/>
          <p:nvPr/>
        </p:nvSpPr>
        <p:spPr>
          <a:xfrm>
            <a:off x="7562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Rectangle 1576"/>
          <p:cNvSpPr/>
          <p:nvPr/>
        </p:nvSpPr>
        <p:spPr>
          <a:xfrm>
            <a:off x="7562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Rectangle 1577"/>
          <p:cNvSpPr/>
          <p:nvPr/>
        </p:nvSpPr>
        <p:spPr>
          <a:xfrm>
            <a:off x="7562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Rectangle 1578"/>
          <p:cNvSpPr/>
          <p:nvPr/>
        </p:nvSpPr>
        <p:spPr>
          <a:xfrm>
            <a:off x="7562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Rectangle 1579"/>
          <p:cNvSpPr/>
          <p:nvPr/>
        </p:nvSpPr>
        <p:spPr>
          <a:xfrm>
            <a:off x="7562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Rectangle 1580"/>
          <p:cNvSpPr/>
          <p:nvPr/>
        </p:nvSpPr>
        <p:spPr>
          <a:xfrm>
            <a:off x="75628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Rectangle 1581"/>
          <p:cNvSpPr/>
          <p:nvPr/>
        </p:nvSpPr>
        <p:spPr>
          <a:xfrm>
            <a:off x="75628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5991225" y="2511126"/>
            <a:ext cx="171450" cy="171450"/>
          </a:xfrm>
          <a:prstGeom prst="ellipse">
            <a:avLst/>
          </a:prstGeom>
          <a:solidFill>
            <a:srgbClr val="F5F5F8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5991225" y="2511126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1585" name="Oval 1584"/>
          <p:cNvSpPr/>
          <p:nvPr/>
        </p:nvSpPr>
        <p:spPr>
          <a:xfrm>
            <a:off x="7554814" y="2092771"/>
            <a:ext cx="171450" cy="171450"/>
          </a:xfrm>
          <a:prstGeom prst="ellipse">
            <a:avLst/>
          </a:prstGeom>
          <a:solidFill>
            <a:srgbClr val="FBD332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TextBox 1585"/>
          <p:cNvSpPr txBox="1"/>
          <p:nvPr/>
        </p:nvSpPr>
        <p:spPr>
          <a:xfrm>
            <a:off x="7554814" y="2092771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1587" name="TextBox 1586"/>
          <p:cNvSpPr txBox="1"/>
          <p:nvPr/>
        </p:nvSpPr>
        <p:spPr>
          <a:xfrm>
            <a:off x="42386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1e-4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58388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0.01</a:t>
            </a:r>
          </a:p>
        </p:txBody>
      </p:sp>
      <p:sp>
        <p:nvSpPr>
          <p:cNvPr id="1589" name="TextBox 1588"/>
          <p:cNvSpPr txBox="1"/>
          <p:nvPr/>
        </p:nvSpPr>
        <p:spPr>
          <a:xfrm>
            <a:off x="74390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1590" name="TextBox 1589"/>
          <p:cNvSpPr txBox="1"/>
          <p:nvPr/>
        </p:nvSpPr>
        <p:spPr>
          <a:xfrm>
            <a:off x="4476750" y="5086350"/>
            <a:ext cx="3200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inference probability μ  →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3848100" y="3105150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π ↑</a:t>
            </a:r>
          </a:p>
        </p:txBody>
      </p:sp>
      <p:sp>
        <p:nvSpPr>
          <p:cNvPr id="1592" name="TextBox 1591"/>
          <p:cNvSpPr txBox="1"/>
          <p:nvPr/>
        </p:nvSpPr>
        <p:spPr>
          <a:xfrm>
            <a:off x="8096250" y="1143000"/>
            <a:ext cx="3581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binary KL, both ways (KPop)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8286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Rectangle 1593"/>
          <p:cNvSpPr/>
          <p:nvPr/>
        </p:nvSpPr>
        <p:spPr>
          <a:xfrm>
            <a:off x="8286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Rectangle 1594"/>
          <p:cNvSpPr/>
          <p:nvPr/>
        </p:nvSpPr>
        <p:spPr>
          <a:xfrm>
            <a:off x="8286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Rectangle 1595"/>
          <p:cNvSpPr/>
          <p:nvPr/>
        </p:nvSpPr>
        <p:spPr>
          <a:xfrm>
            <a:off x="8286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Rectangle 1596"/>
          <p:cNvSpPr/>
          <p:nvPr/>
        </p:nvSpPr>
        <p:spPr>
          <a:xfrm>
            <a:off x="8286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Rectangle 1597"/>
          <p:cNvSpPr/>
          <p:nvPr/>
        </p:nvSpPr>
        <p:spPr>
          <a:xfrm>
            <a:off x="82867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Rectangle 1598"/>
          <p:cNvSpPr/>
          <p:nvPr/>
        </p:nvSpPr>
        <p:spPr>
          <a:xfrm>
            <a:off x="82867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Rectangle 1599"/>
          <p:cNvSpPr/>
          <p:nvPr/>
        </p:nvSpPr>
        <p:spPr>
          <a:xfrm>
            <a:off x="82867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Rectangle 1600"/>
          <p:cNvSpPr/>
          <p:nvPr/>
        </p:nvSpPr>
        <p:spPr>
          <a:xfrm>
            <a:off x="8286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Rectangle 1601"/>
          <p:cNvSpPr/>
          <p:nvPr/>
        </p:nvSpPr>
        <p:spPr>
          <a:xfrm>
            <a:off x="8286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Rectangle 1602"/>
          <p:cNvSpPr/>
          <p:nvPr/>
        </p:nvSpPr>
        <p:spPr>
          <a:xfrm>
            <a:off x="8286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Rectangle 1603"/>
          <p:cNvSpPr/>
          <p:nvPr/>
        </p:nvSpPr>
        <p:spPr>
          <a:xfrm>
            <a:off x="8286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Rectangle 1604"/>
          <p:cNvSpPr/>
          <p:nvPr/>
        </p:nvSpPr>
        <p:spPr>
          <a:xfrm>
            <a:off x="8286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Rectangle 1605"/>
          <p:cNvSpPr/>
          <p:nvPr/>
        </p:nvSpPr>
        <p:spPr>
          <a:xfrm>
            <a:off x="8286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Rectangle 1606"/>
          <p:cNvSpPr/>
          <p:nvPr/>
        </p:nvSpPr>
        <p:spPr>
          <a:xfrm>
            <a:off x="8286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Rectangle 1607"/>
          <p:cNvSpPr/>
          <p:nvPr/>
        </p:nvSpPr>
        <p:spPr>
          <a:xfrm>
            <a:off x="82867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Rectangle 1608"/>
          <p:cNvSpPr/>
          <p:nvPr/>
        </p:nvSpPr>
        <p:spPr>
          <a:xfrm>
            <a:off x="82867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Rectangle 1609"/>
          <p:cNvSpPr/>
          <p:nvPr/>
        </p:nvSpPr>
        <p:spPr>
          <a:xfrm>
            <a:off x="82867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Rectangle 1610"/>
          <p:cNvSpPr/>
          <p:nvPr/>
        </p:nvSpPr>
        <p:spPr>
          <a:xfrm>
            <a:off x="82867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Rectangle 1611"/>
          <p:cNvSpPr/>
          <p:nvPr/>
        </p:nvSpPr>
        <p:spPr>
          <a:xfrm>
            <a:off x="82867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Rectangle 1612"/>
          <p:cNvSpPr/>
          <p:nvPr/>
        </p:nvSpPr>
        <p:spPr>
          <a:xfrm>
            <a:off x="82867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Rectangle 1613"/>
          <p:cNvSpPr/>
          <p:nvPr/>
        </p:nvSpPr>
        <p:spPr>
          <a:xfrm>
            <a:off x="82867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Rectangle 1614"/>
          <p:cNvSpPr/>
          <p:nvPr/>
        </p:nvSpPr>
        <p:spPr>
          <a:xfrm>
            <a:off x="82867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Rectangle 1615"/>
          <p:cNvSpPr/>
          <p:nvPr/>
        </p:nvSpPr>
        <p:spPr>
          <a:xfrm>
            <a:off x="82867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Rectangle 1616"/>
          <p:cNvSpPr/>
          <p:nvPr/>
        </p:nvSpPr>
        <p:spPr>
          <a:xfrm>
            <a:off x="8286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Rectangle 1617"/>
          <p:cNvSpPr/>
          <p:nvPr/>
        </p:nvSpPr>
        <p:spPr>
          <a:xfrm>
            <a:off x="8286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Rectangle 1618"/>
          <p:cNvSpPr/>
          <p:nvPr/>
        </p:nvSpPr>
        <p:spPr>
          <a:xfrm>
            <a:off x="8286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Rectangle 1619"/>
          <p:cNvSpPr/>
          <p:nvPr/>
        </p:nvSpPr>
        <p:spPr>
          <a:xfrm>
            <a:off x="8286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Rectangle 1620"/>
          <p:cNvSpPr/>
          <p:nvPr/>
        </p:nvSpPr>
        <p:spPr>
          <a:xfrm>
            <a:off x="8401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Rectangle 1621"/>
          <p:cNvSpPr/>
          <p:nvPr/>
        </p:nvSpPr>
        <p:spPr>
          <a:xfrm>
            <a:off x="8401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Rectangle 1622"/>
          <p:cNvSpPr/>
          <p:nvPr/>
        </p:nvSpPr>
        <p:spPr>
          <a:xfrm>
            <a:off x="8401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Rectangle 1623"/>
          <p:cNvSpPr/>
          <p:nvPr/>
        </p:nvSpPr>
        <p:spPr>
          <a:xfrm>
            <a:off x="8401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Rectangle 1624"/>
          <p:cNvSpPr/>
          <p:nvPr/>
        </p:nvSpPr>
        <p:spPr>
          <a:xfrm>
            <a:off x="8401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Rectangle 1625"/>
          <p:cNvSpPr/>
          <p:nvPr/>
        </p:nvSpPr>
        <p:spPr>
          <a:xfrm>
            <a:off x="8401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Rectangle 1626"/>
          <p:cNvSpPr/>
          <p:nvPr/>
        </p:nvSpPr>
        <p:spPr>
          <a:xfrm>
            <a:off x="84010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Rectangle 1627"/>
          <p:cNvSpPr/>
          <p:nvPr/>
        </p:nvSpPr>
        <p:spPr>
          <a:xfrm>
            <a:off x="84010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Rectangle 1628"/>
          <p:cNvSpPr/>
          <p:nvPr/>
        </p:nvSpPr>
        <p:spPr>
          <a:xfrm>
            <a:off x="84010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Rectangle 1629"/>
          <p:cNvSpPr/>
          <p:nvPr/>
        </p:nvSpPr>
        <p:spPr>
          <a:xfrm>
            <a:off x="8401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Rectangle 1630"/>
          <p:cNvSpPr/>
          <p:nvPr/>
        </p:nvSpPr>
        <p:spPr>
          <a:xfrm>
            <a:off x="8401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Rectangle 1631"/>
          <p:cNvSpPr/>
          <p:nvPr/>
        </p:nvSpPr>
        <p:spPr>
          <a:xfrm>
            <a:off x="8401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Rectangle 1632"/>
          <p:cNvSpPr/>
          <p:nvPr/>
        </p:nvSpPr>
        <p:spPr>
          <a:xfrm>
            <a:off x="8401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Rectangle 1633"/>
          <p:cNvSpPr/>
          <p:nvPr/>
        </p:nvSpPr>
        <p:spPr>
          <a:xfrm>
            <a:off x="8401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Rectangle 1634"/>
          <p:cNvSpPr/>
          <p:nvPr/>
        </p:nvSpPr>
        <p:spPr>
          <a:xfrm>
            <a:off x="8401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Rectangle 1635"/>
          <p:cNvSpPr/>
          <p:nvPr/>
        </p:nvSpPr>
        <p:spPr>
          <a:xfrm>
            <a:off x="84010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Rectangle 1636"/>
          <p:cNvSpPr/>
          <p:nvPr/>
        </p:nvSpPr>
        <p:spPr>
          <a:xfrm>
            <a:off x="84010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Rectangle 1637"/>
          <p:cNvSpPr/>
          <p:nvPr/>
        </p:nvSpPr>
        <p:spPr>
          <a:xfrm>
            <a:off x="84010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Rectangle 1638"/>
          <p:cNvSpPr/>
          <p:nvPr/>
        </p:nvSpPr>
        <p:spPr>
          <a:xfrm>
            <a:off x="84010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Rectangle 1639"/>
          <p:cNvSpPr/>
          <p:nvPr/>
        </p:nvSpPr>
        <p:spPr>
          <a:xfrm>
            <a:off x="84010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Rectangle 1640"/>
          <p:cNvSpPr/>
          <p:nvPr/>
        </p:nvSpPr>
        <p:spPr>
          <a:xfrm>
            <a:off x="84010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Rectangle 1641"/>
          <p:cNvSpPr/>
          <p:nvPr/>
        </p:nvSpPr>
        <p:spPr>
          <a:xfrm>
            <a:off x="84010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Rectangle 1642"/>
          <p:cNvSpPr/>
          <p:nvPr/>
        </p:nvSpPr>
        <p:spPr>
          <a:xfrm>
            <a:off x="84010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Rectangle 1643"/>
          <p:cNvSpPr/>
          <p:nvPr/>
        </p:nvSpPr>
        <p:spPr>
          <a:xfrm>
            <a:off x="84010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Rectangle 1644"/>
          <p:cNvSpPr/>
          <p:nvPr/>
        </p:nvSpPr>
        <p:spPr>
          <a:xfrm>
            <a:off x="8401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Rectangle 1645"/>
          <p:cNvSpPr/>
          <p:nvPr/>
        </p:nvSpPr>
        <p:spPr>
          <a:xfrm>
            <a:off x="8401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Rectangle 1646"/>
          <p:cNvSpPr/>
          <p:nvPr/>
        </p:nvSpPr>
        <p:spPr>
          <a:xfrm>
            <a:off x="8401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Rectangle 1647"/>
          <p:cNvSpPr/>
          <p:nvPr/>
        </p:nvSpPr>
        <p:spPr>
          <a:xfrm>
            <a:off x="8401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Rectangle 1648"/>
          <p:cNvSpPr/>
          <p:nvPr/>
        </p:nvSpPr>
        <p:spPr>
          <a:xfrm>
            <a:off x="8515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Rectangle 1649"/>
          <p:cNvSpPr/>
          <p:nvPr/>
        </p:nvSpPr>
        <p:spPr>
          <a:xfrm>
            <a:off x="8515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Rectangle 1650"/>
          <p:cNvSpPr/>
          <p:nvPr/>
        </p:nvSpPr>
        <p:spPr>
          <a:xfrm>
            <a:off x="8515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Rectangle 1651"/>
          <p:cNvSpPr/>
          <p:nvPr/>
        </p:nvSpPr>
        <p:spPr>
          <a:xfrm>
            <a:off x="8515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Rectangle 1652"/>
          <p:cNvSpPr/>
          <p:nvPr/>
        </p:nvSpPr>
        <p:spPr>
          <a:xfrm>
            <a:off x="8515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Rectangle 1653"/>
          <p:cNvSpPr/>
          <p:nvPr/>
        </p:nvSpPr>
        <p:spPr>
          <a:xfrm>
            <a:off x="8515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Rectangle 1654"/>
          <p:cNvSpPr/>
          <p:nvPr/>
        </p:nvSpPr>
        <p:spPr>
          <a:xfrm>
            <a:off x="8515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Rectangle 1655"/>
          <p:cNvSpPr/>
          <p:nvPr/>
        </p:nvSpPr>
        <p:spPr>
          <a:xfrm>
            <a:off x="85153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Rectangle 1656"/>
          <p:cNvSpPr/>
          <p:nvPr/>
        </p:nvSpPr>
        <p:spPr>
          <a:xfrm>
            <a:off x="85153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Rectangle 1657"/>
          <p:cNvSpPr/>
          <p:nvPr/>
        </p:nvSpPr>
        <p:spPr>
          <a:xfrm>
            <a:off x="85153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Rectangle 1658"/>
          <p:cNvSpPr/>
          <p:nvPr/>
        </p:nvSpPr>
        <p:spPr>
          <a:xfrm>
            <a:off x="8515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Rectangle 1659"/>
          <p:cNvSpPr/>
          <p:nvPr/>
        </p:nvSpPr>
        <p:spPr>
          <a:xfrm>
            <a:off x="8515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Rectangle 1660"/>
          <p:cNvSpPr/>
          <p:nvPr/>
        </p:nvSpPr>
        <p:spPr>
          <a:xfrm>
            <a:off x="8515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Rectangle 1661"/>
          <p:cNvSpPr/>
          <p:nvPr/>
        </p:nvSpPr>
        <p:spPr>
          <a:xfrm>
            <a:off x="8515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Rectangle 1662"/>
          <p:cNvSpPr/>
          <p:nvPr/>
        </p:nvSpPr>
        <p:spPr>
          <a:xfrm>
            <a:off x="8515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Rectangle 1663"/>
          <p:cNvSpPr/>
          <p:nvPr/>
        </p:nvSpPr>
        <p:spPr>
          <a:xfrm>
            <a:off x="85153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Rectangle 1664"/>
          <p:cNvSpPr/>
          <p:nvPr/>
        </p:nvSpPr>
        <p:spPr>
          <a:xfrm>
            <a:off x="85153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Rectangle 1665"/>
          <p:cNvSpPr/>
          <p:nvPr/>
        </p:nvSpPr>
        <p:spPr>
          <a:xfrm>
            <a:off x="85153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Rectangle 1666"/>
          <p:cNvSpPr/>
          <p:nvPr/>
        </p:nvSpPr>
        <p:spPr>
          <a:xfrm>
            <a:off x="85153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Rectangle 1667"/>
          <p:cNvSpPr/>
          <p:nvPr/>
        </p:nvSpPr>
        <p:spPr>
          <a:xfrm>
            <a:off x="8515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Rectangle 1668"/>
          <p:cNvSpPr/>
          <p:nvPr/>
        </p:nvSpPr>
        <p:spPr>
          <a:xfrm>
            <a:off x="85153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Rectangle 1669"/>
          <p:cNvSpPr/>
          <p:nvPr/>
        </p:nvSpPr>
        <p:spPr>
          <a:xfrm>
            <a:off x="85153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Rectangle 1670"/>
          <p:cNvSpPr/>
          <p:nvPr/>
        </p:nvSpPr>
        <p:spPr>
          <a:xfrm>
            <a:off x="85153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Rectangle 1671"/>
          <p:cNvSpPr/>
          <p:nvPr/>
        </p:nvSpPr>
        <p:spPr>
          <a:xfrm>
            <a:off x="85153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Rectangle 1672"/>
          <p:cNvSpPr/>
          <p:nvPr/>
        </p:nvSpPr>
        <p:spPr>
          <a:xfrm>
            <a:off x="8515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Rectangle 1673"/>
          <p:cNvSpPr/>
          <p:nvPr/>
        </p:nvSpPr>
        <p:spPr>
          <a:xfrm>
            <a:off x="8515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Rectangle 1674"/>
          <p:cNvSpPr/>
          <p:nvPr/>
        </p:nvSpPr>
        <p:spPr>
          <a:xfrm>
            <a:off x="8515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Rectangle 1675"/>
          <p:cNvSpPr/>
          <p:nvPr/>
        </p:nvSpPr>
        <p:spPr>
          <a:xfrm>
            <a:off x="8515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Rectangle 1676"/>
          <p:cNvSpPr/>
          <p:nvPr/>
        </p:nvSpPr>
        <p:spPr>
          <a:xfrm>
            <a:off x="86296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Rectangle 1677"/>
          <p:cNvSpPr/>
          <p:nvPr/>
        </p:nvSpPr>
        <p:spPr>
          <a:xfrm>
            <a:off x="8629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Rectangle 1678"/>
          <p:cNvSpPr/>
          <p:nvPr/>
        </p:nvSpPr>
        <p:spPr>
          <a:xfrm>
            <a:off x="8629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Rectangle 1679"/>
          <p:cNvSpPr/>
          <p:nvPr/>
        </p:nvSpPr>
        <p:spPr>
          <a:xfrm>
            <a:off x="8629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Rectangle 1680"/>
          <p:cNvSpPr/>
          <p:nvPr/>
        </p:nvSpPr>
        <p:spPr>
          <a:xfrm>
            <a:off x="8629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Rectangle 1681"/>
          <p:cNvSpPr/>
          <p:nvPr/>
        </p:nvSpPr>
        <p:spPr>
          <a:xfrm>
            <a:off x="8629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Rectangle 1682"/>
          <p:cNvSpPr/>
          <p:nvPr/>
        </p:nvSpPr>
        <p:spPr>
          <a:xfrm>
            <a:off x="8629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Rectangle 1683"/>
          <p:cNvSpPr/>
          <p:nvPr/>
        </p:nvSpPr>
        <p:spPr>
          <a:xfrm>
            <a:off x="8629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Rectangle 1684"/>
          <p:cNvSpPr/>
          <p:nvPr/>
        </p:nvSpPr>
        <p:spPr>
          <a:xfrm>
            <a:off x="86296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Rectangle 1685"/>
          <p:cNvSpPr/>
          <p:nvPr/>
        </p:nvSpPr>
        <p:spPr>
          <a:xfrm>
            <a:off x="86296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Rectangle 1686"/>
          <p:cNvSpPr/>
          <p:nvPr/>
        </p:nvSpPr>
        <p:spPr>
          <a:xfrm>
            <a:off x="86296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Rectangle 1687"/>
          <p:cNvSpPr/>
          <p:nvPr/>
        </p:nvSpPr>
        <p:spPr>
          <a:xfrm>
            <a:off x="8629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Rectangle 1688"/>
          <p:cNvSpPr/>
          <p:nvPr/>
        </p:nvSpPr>
        <p:spPr>
          <a:xfrm>
            <a:off x="8629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Rectangle 1689"/>
          <p:cNvSpPr/>
          <p:nvPr/>
        </p:nvSpPr>
        <p:spPr>
          <a:xfrm>
            <a:off x="8629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Rectangle 1690"/>
          <p:cNvSpPr/>
          <p:nvPr/>
        </p:nvSpPr>
        <p:spPr>
          <a:xfrm>
            <a:off x="8629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Rectangle 1691"/>
          <p:cNvSpPr/>
          <p:nvPr/>
        </p:nvSpPr>
        <p:spPr>
          <a:xfrm>
            <a:off x="8629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Rectangle 1692"/>
          <p:cNvSpPr/>
          <p:nvPr/>
        </p:nvSpPr>
        <p:spPr>
          <a:xfrm>
            <a:off x="86296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Rectangle 1693"/>
          <p:cNvSpPr/>
          <p:nvPr/>
        </p:nvSpPr>
        <p:spPr>
          <a:xfrm>
            <a:off x="86296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Rectangle 1694"/>
          <p:cNvSpPr/>
          <p:nvPr/>
        </p:nvSpPr>
        <p:spPr>
          <a:xfrm>
            <a:off x="86296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Rectangle 1695"/>
          <p:cNvSpPr/>
          <p:nvPr/>
        </p:nvSpPr>
        <p:spPr>
          <a:xfrm>
            <a:off x="8629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Rectangle 1696"/>
          <p:cNvSpPr/>
          <p:nvPr/>
        </p:nvSpPr>
        <p:spPr>
          <a:xfrm>
            <a:off x="8629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Rectangle 1697"/>
          <p:cNvSpPr/>
          <p:nvPr/>
        </p:nvSpPr>
        <p:spPr>
          <a:xfrm>
            <a:off x="86296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Rectangle 1698"/>
          <p:cNvSpPr/>
          <p:nvPr/>
        </p:nvSpPr>
        <p:spPr>
          <a:xfrm>
            <a:off x="86296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Rectangle 1699"/>
          <p:cNvSpPr/>
          <p:nvPr/>
        </p:nvSpPr>
        <p:spPr>
          <a:xfrm>
            <a:off x="86296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Rectangle 1700"/>
          <p:cNvSpPr/>
          <p:nvPr/>
        </p:nvSpPr>
        <p:spPr>
          <a:xfrm>
            <a:off x="8629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Rectangle 1701"/>
          <p:cNvSpPr/>
          <p:nvPr/>
        </p:nvSpPr>
        <p:spPr>
          <a:xfrm>
            <a:off x="8629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Rectangle 1702"/>
          <p:cNvSpPr/>
          <p:nvPr/>
        </p:nvSpPr>
        <p:spPr>
          <a:xfrm>
            <a:off x="8629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Rectangle 1703"/>
          <p:cNvSpPr/>
          <p:nvPr/>
        </p:nvSpPr>
        <p:spPr>
          <a:xfrm>
            <a:off x="8629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Rectangle 1704"/>
          <p:cNvSpPr/>
          <p:nvPr/>
        </p:nvSpPr>
        <p:spPr>
          <a:xfrm>
            <a:off x="87439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Rectangle 1705"/>
          <p:cNvSpPr/>
          <p:nvPr/>
        </p:nvSpPr>
        <p:spPr>
          <a:xfrm>
            <a:off x="87439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Rectangle 1706"/>
          <p:cNvSpPr/>
          <p:nvPr/>
        </p:nvSpPr>
        <p:spPr>
          <a:xfrm>
            <a:off x="87439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Rectangle 1707"/>
          <p:cNvSpPr/>
          <p:nvPr/>
        </p:nvSpPr>
        <p:spPr>
          <a:xfrm>
            <a:off x="87439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Rectangle 1708"/>
          <p:cNvSpPr/>
          <p:nvPr/>
        </p:nvSpPr>
        <p:spPr>
          <a:xfrm>
            <a:off x="87439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Rectangle 1709"/>
          <p:cNvSpPr/>
          <p:nvPr/>
        </p:nvSpPr>
        <p:spPr>
          <a:xfrm>
            <a:off x="87439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Rectangle 1710"/>
          <p:cNvSpPr/>
          <p:nvPr/>
        </p:nvSpPr>
        <p:spPr>
          <a:xfrm>
            <a:off x="87439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Rectangle 1711"/>
          <p:cNvSpPr/>
          <p:nvPr/>
        </p:nvSpPr>
        <p:spPr>
          <a:xfrm>
            <a:off x="87439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Rectangle 1712"/>
          <p:cNvSpPr/>
          <p:nvPr/>
        </p:nvSpPr>
        <p:spPr>
          <a:xfrm>
            <a:off x="87439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Rectangle 1713"/>
          <p:cNvSpPr/>
          <p:nvPr/>
        </p:nvSpPr>
        <p:spPr>
          <a:xfrm>
            <a:off x="87439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Rectangle 1714"/>
          <p:cNvSpPr/>
          <p:nvPr/>
        </p:nvSpPr>
        <p:spPr>
          <a:xfrm>
            <a:off x="87439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Rectangle 1715"/>
          <p:cNvSpPr/>
          <p:nvPr/>
        </p:nvSpPr>
        <p:spPr>
          <a:xfrm>
            <a:off x="87439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Rectangle 1716"/>
          <p:cNvSpPr/>
          <p:nvPr/>
        </p:nvSpPr>
        <p:spPr>
          <a:xfrm>
            <a:off x="87439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Rectangle 1717"/>
          <p:cNvSpPr/>
          <p:nvPr/>
        </p:nvSpPr>
        <p:spPr>
          <a:xfrm>
            <a:off x="87439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Rectangle 1718"/>
          <p:cNvSpPr/>
          <p:nvPr/>
        </p:nvSpPr>
        <p:spPr>
          <a:xfrm>
            <a:off x="87439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Rectangle 1719"/>
          <p:cNvSpPr/>
          <p:nvPr/>
        </p:nvSpPr>
        <p:spPr>
          <a:xfrm>
            <a:off x="8743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Rectangle 1720"/>
          <p:cNvSpPr/>
          <p:nvPr/>
        </p:nvSpPr>
        <p:spPr>
          <a:xfrm>
            <a:off x="87439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Rectangle 1721"/>
          <p:cNvSpPr/>
          <p:nvPr/>
        </p:nvSpPr>
        <p:spPr>
          <a:xfrm>
            <a:off x="87439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Rectangle 1722"/>
          <p:cNvSpPr/>
          <p:nvPr/>
        </p:nvSpPr>
        <p:spPr>
          <a:xfrm>
            <a:off x="87439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Rectangle 1723"/>
          <p:cNvSpPr/>
          <p:nvPr/>
        </p:nvSpPr>
        <p:spPr>
          <a:xfrm>
            <a:off x="8743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Rectangle 1724"/>
          <p:cNvSpPr/>
          <p:nvPr/>
        </p:nvSpPr>
        <p:spPr>
          <a:xfrm>
            <a:off x="8743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Rectangle 1725"/>
          <p:cNvSpPr/>
          <p:nvPr/>
        </p:nvSpPr>
        <p:spPr>
          <a:xfrm>
            <a:off x="8743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Rectangle 1726"/>
          <p:cNvSpPr/>
          <p:nvPr/>
        </p:nvSpPr>
        <p:spPr>
          <a:xfrm>
            <a:off x="87439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Rectangle 1727"/>
          <p:cNvSpPr/>
          <p:nvPr/>
        </p:nvSpPr>
        <p:spPr>
          <a:xfrm>
            <a:off x="87439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Rectangle 1728"/>
          <p:cNvSpPr/>
          <p:nvPr/>
        </p:nvSpPr>
        <p:spPr>
          <a:xfrm>
            <a:off x="8743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Rectangle 1729"/>
          <p:cNvSpPr/>
          <p:nvPr/>
        </p:nvSpPr>
        <p:spPr>
          <a:xfrm>
            <a:off x="8743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Rectangle 1730"/>
          <p:cNvSpPr/>
          <p:nvPr/>
        </p:nvSpPr>
        <p:spPr>
          <a:xfrm>
            <a:off x="8743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Rectangle 1731"/>
          <p:cNvSpPr/>
          <p:nvPr/>
        </p:nvSpPr>
        <p:spPr>
          <a:xfrm>
            <a:off x="8743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Rectangle 1732"/>
          <p:cNvSpPr/>
          <p:nvPr/>
        </p:nvSpPr>
        <p:spPr>
          <a:xfrm>
            <a:off x="88582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Rectangle 1733"/>
          <p:cNvSpPr/>
          <p:nvPr/>
        </p:nvSpPr>
        <p:spPr>
          <a:xfrm>
            <a:off x="88582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Rectangle 1734"/>
          <p:cNvSpPr/>
          <p:nvPr/>
        </p:nvSpPr>
        <p:spPr>
          <a:xfrm>
            <a:off x="88582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Rectangle 1735"/>
          <p:cNvSpPr/>
          <p:nvPr/>
        </p:nvSpPr>
        <p:spPr>
          <a:xfrm>
            <a:off x="88582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Rectangle 1736"/>
          <p:cNvSpPr/>
          <p:nvPr/>
        </p:nvSpPr>
        <p:spPr>
          <a:xfrm>
            <a:off x="88582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Rectangle 1737"/>
          <p:cNvSpPr/>
          <p:nvPr/>
        </p:nvSpPr>
        <p:spPr>
          <a:xfrm>
            <a:off x="88582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Rectangle 1738"/>
          <p:cNvSpPr/>
          <p:nvPr/>
        </p:nvSpPr>
        <p:spPr>
          <a:xfrm>
            <a:off x="88582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Rectangle 1739"/>
          <p:cNvSpPr/>
          <p:nvPr/>
        </p:nvSpPr>
        <p:spPr>
          <a:xfrm>
            <a:off x="88582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Rectangle 1740"/>
          <p:cNvSpPr/>
          <p:nvPr/>
        </p:nvSpPr>
        <p:spPr>
          <a:xfrm>
            <a:off x="88582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Rectangle 1741"/>
          <p:cNvSpPr/>
          <p:nvPr/>
        </p:nvSpPr>
        <p:spPr>
          <a:xfrm>
            <a:off x="88582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Rectangle 1742"/>
          <p:cNvSpPr/>
          <p:nvPr/>
        </p:nvSpPr>
        <p:spPr>
          <a:xfrm>
            <a:off x="88582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Rectangle 1743"/>
          <p:cNvSpPr/>
          <p:nvPr/>
        </p:nvSpPr>
        <p:spPr>
          <a:xfrm>
            <a:off x="88582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Rectangle 1744"/>
          <p:cNvSpPr/>
          <p:nvPr/>
        </p:nvSpPr>
        <p:spPr>
          <a:xfrm>
            <a:off x="88582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Rectangle 1745"/>
          <p:cNvSpPr/>
          <p:nvPr/>
        </p:nvSpPr>
        <p:spPr>
          <a:xfrm>
            <a:off x="88582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Rectangle 1746"/>
          <p:cNvSpPr/>
          <p:nvPr/>
        </p:nvSpPr>
        <p:spPr>
          <a:xfrm>
            <a:off x="88582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Rectangle 1747"/>
          <p:cNvSpPr/>
          <p:nvPr/>
        </p:nvSpPr>
        <p:spPr>
          <a:xfrm>
            <a:off x="88582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Rectangle 1748"/>
          <p:cNvSpPr/>
          <p:nvPr/>
        </p:nvSpPr>
        <p:spPr>
          <a:xfrm>
            <a:off x="88582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Rectangle 1749"/>
          <p:cNvSpPr/>
          <p:nvPr/>
        </p:nvSpPr>
        <p:spPr>
          <a:xfrm>
            <a:off x="88582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Rectangle 1750"/>
          <p:cNvSpPr/>
          <p:nvPr/>
        </p:nvSpPr>
        <p:spPr>
          <a:xfrm>
            <a:off x="88582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Rectangle 1751"/>
          <p:cNvSpPr/>
          <p:nvPr/>
        </p:nvSpPr>
        <p:spPr>
          <a:xfrm>
            <a:off x="88582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Rectangle 1752"/>
          <p:cNvSpPr/>
          <p:nvPr/>
        </p:nvSpPr>
        <p:spPr>
          <a:xfrm>
            <a:off x="8858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Rectangle 1753"/>
          <p:cNvSpPr/>
          <p:nvPr/>
        </p:nvSpPr>
        <p:spPr>
          <a:xfrm>
            <a:off x="8858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Rectangle 1754"/>
          <p:cNvSpPr/>
          <p:nvPr/>
        </p:nvSpPr>
        <p:spPr>
          <a:xfrm>
            <a:off x="8858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Rectangle 1755"/>
          <p:cNvSpPr/>
          <p:nvPr/>
        </p:nvSpPr>
        <p:spPr>
          <a:xfrm>
            <a:off x="88582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Rectangle 1756"/>
          <p:cNvSpPr/>
          <p:nvPr/>
        </p:nvSpPr>
        <p:spPr>
          <a:xfrm>
            <a:off x="88582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Rectangle 1757"/>
          <p:cNvSpPr/>
          <p:nvPr/>
        </p:nvSpPr>
        <p:spPr>
          <a:xfrm>
            <a:off x="8858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Rectangle 1758"/>
          <p:cNvSpPr/>
          <p:nvPr/>
        </p:nvSpPr>
        <p:spPr>
          <a:xfrm>
            <a:off x="8858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Rectangle 1759"/>
          <p:cNvSpPr/>
          <p:nvPr/>
        </p:nvSpPr>
        <p:spPr>
          <a:xfrm>
            <a:off x="8858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Rectangle 1760"/>
          <p:cNvSpPr/>
          <p:nvPr/>
        </p:nvSpPr>
        <p:spPr>
          <a:xfrm>
            <a:off x="89725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Rectangle 1761"/>
          <p:cNvSpPr/>
          <p:nvPr/>
        </p:nvSpPr>
        <p:spPr>
          <a:xfrm>
            <a:off x="89725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Rectangle 1762"/>
          <p:cNvSpPr/>
          <p:nvPr/>
        </p:nvSpPr>
        <p:spPr>
          <a:xfrm>
            <a:off x="89725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Rectangle 1763"/>
          <p:cNvSpPr/>
          <p:nvPr/>
        </p:nvSpPr>
        <p:spPr>
          <a:xfrm>
            <a:off x="89725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Rectangle 1764"/>
          <p:cNvSpPr/>
          <p:nvPr/>
        </p:nvSpPr>
        <p:spPr>
          <a:xfrm>
            <a:off x="89725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Rectangle 1765"/>
          <p:cNvSpPr/>
          <p:nvPr/>
        </p:nvSpPr>
        <p:spPr>
          <a:xfrm>
            <a:off x="89725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Rectangle 1766"/>
          <p:cNvSpPr/>
          <p:nvPr/>
        </p:nvSpPr>
        <p:spPr>
          <a:xfrm>
            <a:off x="89725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Rectangle 1767"/>
          <p:cNvSpPr/>
          <p:nvPr/>
        </p:nvSpPr>
        <p:spPr>
          <a:xfrm>
            <a:off x="89725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Rectangle 1768"/>
          <p:cNvSpPr/>
          <p:nvPr/>
        </p:nvSpPr>
        <p:spPr>
          <a:xfrm>
            <a:off x="89725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Rectangle 1769"/>
          <p:cNvSpPr/>
          <p:nvPr/>
        </p:nvSpPr>
        <p:spPr>
          <a:xfrm>
            <a:off x="89725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Rectangle 1770"/>
          <p:cNvSpPr/>
          <p:nvPr/>
        </p:nvSpPr>
        <p:spPr>
          <a:xfrm>
            <a:off x="89725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Rectangle 1771"/>
          <p:cNvSpPr/>
          <p:nvPr/>
        </p:nvSpPr>
        <p:spPr>
          <a:xfrm>
            <a:off x="89725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Rectangle 1772"/>
          <p:cNvSpPr/>
          <p:nvPr/>
        </p:nvSpPr>
        <p:spPr>
          <a:xfrm>
            <a:off x="89725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Rectangle 1773"/>
          <p:cNvSpPr/>
          <p:nvPr/>
        </p:nvSpPr>
        <p:spPr>
          <a:xfrm>
            <a:off x="89725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Rectangle 1774"/>
          <p:cNvSpPr/>
          <p:nvPr/>
        </p:nvSpPr>
        <p:spPr>
          <a:xfrm>
            <a:off x="89725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Rectangle 1775"/>
          <p:cNvSpPr/>
          <p:nvPr/>
        </p:nvSpPr>
        <p:spPr>
          <a:xfrm>
            <a:off x="89725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Rectangle 1776"/>
          <p:cNvSpPr/>
          <p:nvPr/>
        </p:nvSpPr>
        <p:spPr>
          <a:xfrm>
            <a:off x="89725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Rectangle 1777"/>
          <p:cNvSpPr/>
          <p:nvPr/>
        </p:nvSpPr>
        <p:spPr>
          <a:xfrm>
            <a:off x="89725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Rectangle 1778"/>
          <p:cNvSpPr/>
          <p:nvPr/>
        </p:nvSpPr>
        <p:spPr>
          <a:xfrm>
            <a:off x="89725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Rectangle 1779"/>
          <p:cNvSpPr/>
          <p:nvPr/>
        </p:nvSpPr>
        <p:spPr>
          <a:xfrm>
            <a:off x="89725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Rectangle 1780"/>
          <p:cNvSpPr/>
          <p:nvPr/>
        </p:nvSpPr>
        <p:spPr>
          <a:xfrm>
            <a:off x="8972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Rectangle 1781"/>
          <p:cNvSpPr/>
          <p:nvPr/>
        </p:nvSpPr>
        <p:spPr>
          <a:xfrm>
            <a:off x="8972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Rectangle 1782"/>
          <p:cNvSpPr/>
          <p:nvPr/>
        </p:nvSpPr>
        <p:spPr>
          <a:xfrm>
            <a:off x="8972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Rectangle 1783"/>
          <p:cNvSpPr/>
          <p:nvPr/>
        </p:nvSpPr>
        <p:spPr>
          <a:xfrm>
            <a:off x="8972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Rectangle 1784"/>
          <p:cNvSpPr/>
          <p:nvPr/>
        </p:nvSpPr>
        <p:spPr>
          <a:xfrm>
            <a:off x="8972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Rectangle 1785"/>
          <p:cNvSpPr/>
          <p:nvPr/>
        </p:nvSpPr>
        <p:spPr>
          <a:xfrm>
            <a:off x="8972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Rectangle 1786"/>
          <p:cNvSpPr/>
          <p:nvPr/>
        </p:nvSpPr>
        <p:spPr>
          <a:xfrm>
            <a:off x="8972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Rectangle 1787"/>
          <p:cNvSpPr/>
          <p:nvPr/>
        </p:nvSpPr>
        <p:spPr>
          <a:xfrm>
            <a:off x="8972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Rectangle 1788"/>
          <p:cNvSpPr/>
          <p:nvPr/>
        </p:nvSpPr>
        <p:spPr>
          <a:xfrm>
            <a:off x="90868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Rectangle 1789"/>
          <p:cNvSpPr/>
          <p:nvPr/>
        </p:nvSpPr>
        <p:spPr>
          <a:xfrm>
            <a:off x="90868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Rectangle 1790"/>
          <p:cNvSpPr/>
          <p:nvPr/>
        </p:nvSpPr>
        <p:spPr>
          <a:xfrm>
            <a:off x="90868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Rectangle 1791"/>
          <p:cNvSpPr/>
          <p:nvPr/>
        </p:nvSpPr>
        <p:spPr>
          <a:xfrm>
            <a:off x="90868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Rectangle 1792"/>
          <p:cNvSpPr/>
          <p:nvPr/>
        </p:nvSpPr>
        <p:spPr>
          <a:xfrm>
            <a:off x="90868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Rectangle 1793"/>
          <p:cNvSpPr/>
          <p:nvPr/>
        </p:nvSpPr>
        <p:spPr>
          <a:xfrm>
            <a:off x="90868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Rectangle 1794"/>
          <p:cNvSpPr/>
          <p:nvPr/>
        </p:nvSpPr>
        <p:spPr>
          <a:xfrm>
            <a:off x="90868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Rectangle 1795"/>
          <p:cNvSpPr/>
          <p:nvPr/>
        </p:nvSpPr>
        <p:spPr>
          <a:xfrm>
            <a:off x="90868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Rectangle 1796"/>
          <p:cNvSpPr/>
          <p:nvPr/>
        </p:nvSpPr>
        <p:spPr>
          <a:xfrm>
            <a:off x="90868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Rectangle 1797"/>
          <p:cNvSpPr/>
          <p:nvPr/>
        </p:nvSpPr>
        <p:spPr>
          <a:xfrm>
            <a:off x="90868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Rectangle 1798"/>
          <p:cNvSpPr/>
          <p:nvPr/>
        </p:nvSpPr>
        <p:spPr>
          <a:xfrm>
            <a:off x="90868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Rectangle 1799"/>
          <p:cNvSpPr/>
          <p:nvPr/>
        </p:nvSpPr>
        <p:spPr>
          <a:xfrm>
            <a:off x="90868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Rectangle 1800"/>
          <p:cNvSpPr/>
          <p:nvPr/>
        </p:nvSpPr>
        <p:spPr>
          <a:xfrm>
            <a:off x="90868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Rectangle 1801"/>
          <p:cNvSpPr/>
          <p:nvPr/>
        </p:nvSpPr>
        <p:spPr>
          <a:xfrm>
            <a:off x="90868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Rectangle 1802"/>
          <p:cNvSpPr/>
          <p:nvPr/>
        </p:nvSpPr>
        <p:spPr>
          <a:xfrm>
            <a:off x="90868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Rectangle 1803"/>
          <p:cNvSpPr/>
          <p:nvPr/>
        </p:nvSpPr>
        <p:spPr>
          <a:xfrm>
            <a:off x="90868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Rectangle 1804"/>
          <p:cNvSpPr/>
          <p:nvPr/>
        </p:nvSpPr>
        <p:spPr>
          <a:xfrm>
            <a:off x="90868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Rectangle 1805"/>
          <p:cNvSpPr/>
          <p:nvPr/>
        </p:nvSpPr>
        <p:spPr>
          <a:xfrm>
            <a:off x="90868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Rectangle 1806"/>
          <p:cNvSpPr/>
          <p:nvPr/>
        </p:nvSpPr>
        <p:spPr>
          <a:xfrm>
            <a:off x="90868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Rectangle 1807"/>
          <p:cNvSpPr/>
          <p:nvPr/>
        </p:nvSpPr>
        <p:spPr>
          <a:xfrm>
            <a:off x="90868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Rectangle 1808"/>
          <p:cNvSpPr/>
          <p:nvPr/>
        </p:nvSpPr>
        <p:spPr>
          <a:xfrm>
            <a:off x="90868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Rectangle 1809"/>
          <p:cNvSpPr/>
          <p:nvPr/>
        </p:nvSpPr>
        <p:spPr>
          <a:xfrm>
            <a:off x="9086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Rectangle 1810"/>
          <p:cNvSpPr/>
          <p:nvPr/>
        </p:nvSpPr>
        <p:spPr>
          <a:xfrm>
            <a:off x="9086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Rectangle 1811"/>
          <p:cNvSpPr/>
          <p:nvPr/>
        </p:nvSpPr>
        <p:spPr>
          <a:xfrm>
            <a:off x="9086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Rectangle 1812"/>
          <p:cNvSpPr/>
          <p:nvPr/>
        </p:nvSpPr>
        <p:spPr>
          <a:xfrm>
            <a:off x="9086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Rectangle 1813"/>
          <p:cNvSpPr/>
          <p:nvPr/>
        </p:nvSpPr>
        <p:spPr>
          <a:xfrm>
            <a:off x="9086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Rectangle 1814"/>
          <p:cNvSpPr/>
          <p:nvPr/>
        </p:nvSpPr>
        <p:spPr>
          <a:xfrm>
            <a:off x="9086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Rectangle 1815"/>
          <p:cNvSpPr/>
          <p:nvPr/>
        </p:nvSpPr>
        <p:spPr>
          <a:xfrm>
            <a:off x="9086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Rectangle 1816"/>
          <p:cNvSpPr/>
          <p:nvPr/>
        </p:nvSpPr>
        <p:spPr>
          <a:xfrm>
            <a:off x="92011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Rectangle 1817"/>
          <p:cNvSpPr/>
          <p:nvPr/>
        </p:nvSpPr>
        <p:spPr>
          <a:xfrm>
            <a:off x="92011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Rectangle 1818"/>
          <p:cNvSpPr/>
          <p:nvPr/>
        </p:nvSpPr>
        <p:spPr>
          <a:xfrm>
            <a:off x="92011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Rectangle 1819"/>
          <p:cNvSpPr/>
          <p:nvPr/>
        </p:nvSpPr>
        <p:spPr>
          <a:xfrm>
            <a:off x="92011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Rectangle 1820"/>
          <p:cNvSpPr/>
          <p:nvPr/>
        </p:nvSpPr>
        <p:spPr>
          <a:xfrm>
            <a:off x="92011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Rectangle 1821"/>
          <p:cNvSpPr/>
          <p:nvPr/>
        </p:nvSpPr>
        <p:spPr>
          <a:xfrm>
            <a:off x="92011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Rectangle 1822"/>
          <p:cNvSpPr/>
          <p:nvPr/>
        </p:nvSpPr>
        <p:spPr>
          <a:xfrm>
            <a:off x="92011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Rectangle 1823"/>
          <p:cNvSpPr/>
          <p:nvPr/>
        </p:nvSpPr>
        <p:spPr>
          <a:xfrm>
            <a:off x="92011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Rectangle 1824"/>
          <p:cNvSpPr/>
          <p:nvPr/>
        </p:nvSpPr>
        <p:spPr>
          <a:xfrm>
            <a:off x="92011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Rectangle 1825"/>
          <p:cNvSpPr/>
          <p:nvPr/>
        </p:nvSpPr>
        <p:spPr>
          <a:xfrm>
            <a:off x="92011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Rectangle 1826"/>
          <p:cNvSpPr/>
          <p:nvPr/>
        </p:nvSpPr>
        <p:spPr>
          <a:xfrm>
            <a:off x="92011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Rectangle 1827"/>
          <p:cNvSpPr/>
          <p:nvPr/>
        </p:nvSpPr>
        <p:spPr>
          <a:xfrm>
            <a:off x="92011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Rectangle 1828"/>
          <p:cNvSpPr/>
          <p:nvPr/>
        </p:nvSpPr>
        <p:spPr>
          <a:xfrm>
            <a:off x="92011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Rectangle 1829"/>
          <p:cNvSpPr/>
          <p:nvPr/>
        </p:nvSpPr>
        <p:spPr>
          <a:xfrm>
            <a:off x="92011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Rectangle 1830"/>
          <p:cNvSpPr/>
          <p:nvPr/>
        </p:nvSpPr>
        <p:spPr>
          <a:xfrm>
            <a:off x="92011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Rectangle 1831"/>
          <p:cNvSpPr/>
          <p:nvPr/>
        </p:nvSpPr>
        <p:spPr>
          <a:xfrm>
            <a:off x="92011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Rectangle 1832"/>
          <p:cNvSpPr/>
          <p:nvPr/>
        </p:nvSpPr>
        <p:spPr>
          <a:xfrm>
            <a:off x="92011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Rectangle 1833"/>
          <p:cNvSpPr/>
          <p:nvPr/>
        </p:nvSpPr>
        <p:spPr>
          <a:xfrm>
            <a:off x="92011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Rectangle 1834"/>
          <p:cNvSpPr/>
          <p:nvPr/>
        </p:nvSpPr>
        <p:spPr>
          <a:xfrm>
            <a:off x="92011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Rectangle 1835"/>
          <p:cNvSpPr/>
          <p:nvPr/>
        </p:nvSpPr>
        <p:spPr>
          <a:xfrm>
            <a:off x="92011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Rectangle 1836"/>
          <p:cNvSpPr/>
          <p:nvPr/>
        </p:nvSpPr>
        <p:spPr>
          <a:xfrm>
            <a:off x="92011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Rectangle 1837"/>
          <p:cNvSpPr/>
          <p:nvPr/>
        </p:nvSpPr>
        <p:spPr>
          <a:xfrm>
            <a:off x="92011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Rectangle 1838"/>
          <p:cNvSpPr/>
          <p:nvPr/>
        </p:nvSpPr>
        <p:spPr>
          <a:xfrm>
            <a:off x="92011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Rectangle 1839"/>
          <p:cNvSpPr/>
          <p:nvPr/>
        </p:nvSpPr>
        <p:spPr>
          <a:xfrm>
            <a:off x="92011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Rectangle 1840"/>
          <p:cNvSpPr/>
          <p:nvPr/>
        </p:nvSpPr>
        <p:spPr>
          <a:xfrm>
            <a:off x="92011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Rectangle 1841"/>
          <p:cNvSpPr/>
          <p:nvPr/>
        </p:nvSpPr>
        <p:spPr>
          <a:xfrm>
            <a:off x="9201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Rectangle 1842"/>
          <p:cNvSpPr/>
          <p:nvPr/>
        </p:nvSpPr>
        <p:spPr>
          <a:xfrm>
            <a:off x="9201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Rectangle 1843"/>
          <p:cNvSpPr/>
          <p:nvPr/>
        </p:nvSpPr>
        <p:spPr>
          <a:xfrm>
            <a:off x="9201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Rectangle 1844"/>
          <p:cNvSpPr/>
          <p:nvPr/>
        </p:nvSpPr>
        <p:spPr>
          <a:xfrm>
            <a:off x="93154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Rectangle 1845"/>
          <p:cNvSpPr/>
          <p:nvPr/>
        </p:nvSpPr>
        <p:spPr>
          <a:xfrm>
            <a:off x="93154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Rectangle 1846"/>
          <p:cNvSpPr/>
          <p:nvPr/>
        </p:nvSpPr>
        <p:spPr>
          <a:xfrm>
            <a:off x="93154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Rectangle 1847"/>
          <p:cNvSpPr/>
          <p:nvPr/>
        </p:nvSpPr>
        <p:spPr>
          <a:xfrm>
            <a:off x="93154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Rectangle 1848"/>
          <p:cNvSpPr/>
          <p:nvPr/>
        </p:nvSpPr>
        <p:spPr>
          <a:xfrm>
            <a:off x="93154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Rectangle 1849"/>
          <p:cNvSpPr/>
          <p:nvPr/>
        </p:nvSpPr>
        <p:spPr>
          <a:xfrm>
            <a:off x="93154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Rectangle 1850"/>
          <p:cNvSpPr/>
          <p:nvPr/>
        </p:nvSpPr>
        <p:spPr>
          <a:xfrm>
            <a:off x="93154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Rectangle 1851"/>
          <p:cNvSpPr/>
          <p:nvPr/>
        </p:nvSpPr>
        <p:spPr>
          <a:xfrm>
            <a:off x="93154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Rectangle 1852"/>
          <p:cNvSpPr/>
          <p:nvPr/>
        </p:nvSpPr>
        <p:spPr>
          <a:xfrm>
            <a:off x="93154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Rectangle 1853"/>
          <p:cNvSpPr/>
          <p:nvPr/>
        </p:nvSpPr>
        <p:spPr>
          <a:xfrm>
            <a:off x="93154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Rectangle 1854"/>
          <p:cNvSpPr/>
          <p:nvPr/>
        </p:nvSpPr>
        <p:spPr>
          <a:xfrm>
            <a:off x="93154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Rectangle 1855"/>
          <p:cNvSpPr/>
          <p:nvPr/>
        </p:nvSpPr>
        <p:spPr>
          <a:xfrm>
            <a:off x="93154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Rectangle 1856"/>
          <p:cNvSpPr/>
          <p:nvPr/>
        </p:nvSpPr>
        <p:spPr>
          <a:xfrm>
            <a:off x="93154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Rectangle 1857"/>
          <p:cNvSpPr/>
          <p:nvPr/>
        </p:nvSpPr>
        <p:spPr>
          <a:xfrm>
            <a:off x="93154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Rectangle 1858"/>
          <p:cNvSpPr/>
          <p:nvPr/>
        </p:nvSpPr>
        <p:spPr>
          <a:xfrm>
            <a:off x="93154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Rectangle 1859"/>
          <p:cNvSpPr/>
          <p:nvPr/>
        </p:nvSpPr>
        <p:spPr>
          <a:xfrm>
            <a:off x="93154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Rectangle 1860"/>
          <p:cNvSpPr/>
          <p:nvPr/>
        </p:nvSpPr>
        <p:spPr>
          <a:xfrm>
            <a:off x="93154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Rectangle 1861"/>
          <p:cNvSpPr/>
          <p:nvPr/>
        </p:nvSpPr>
        <p:spPr>
          <a:xfrm>
            <a:off x="93154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Rectangle 1862"/>
          <p:cNvSpPr/>
          <p:nvPr/>
        </p:nvSpPr>
        <p:spPr>
          <a:xfrm>
            <a:off x="93154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Rectangle 1863"/>
          <p:cNvSpPr/>
          <p:nvPr/>
        </p:nvSpPr>
        <p:spPr>
          <a:xfrm>
            <a:off x="93154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Rectangle 1864"/>
          <p:cNvSpPr/>
          <p:nvPr/>
        </p:nvSpPr>
        <p:spPr>
          <a:xfrm>
            <a:off x="93154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Rectangle 1865"/>
          <p:cNvSpPr/>
          <p:nvPr/>
        </p:nvSpPr>
        <p:spPr>
          <a:xfrm>
            <a:off x="93154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Rectangle 1866"/>
          <p:cNvSpPr/>
          <p:nvPr/>
        </p:nvSpPr>
        <p:spPr>
          <a:xfrm>
            <a:off x="93154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Rectangle 1867"/>
          <p:cNvSpPr/>
          <p:nvPr/>
        </p:nvSpPr>
        <p:spPr>
          <a:xfrm>
            <a:off x="93154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Rectangle 1868"/>
          <p:cNvSpPr/>
          <p:nvPr/>
        </p:nvSpPr>
        <p:spPr>
          <a:xfrm>
            <a:off x="93154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Rectangle 1869"/>
          <p:cNvSpPr/>
          <p:nvPr/>
        </p:nvSpPr>
        <p:spPr>
          <a:xfrm>
            <a:off x="9315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Rectangle 1870"/>
          <p:cNvSpPr/>
          <p:nvPr/>
        </p:nvSpPr>
        <p:spPr>
          <a:xfrm>
            <a:off x="9315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Rectangle 1871"/>
          <p:cNvSpPr/>
          <p:nvPr/>
        </p:nvSpPr>
        <p:spPr>
          <a:xfrm>
            <a:off x="9315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Rectangle 1872"/>
          <p:cNvSpPr/>
          <p:nvPr/>
        </p:nvSpPr>
        <p:spPr>
          <a:xfrm>
            <a:off x="94297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Rectangle 1873"/>
          <p:cNvSpPr/>
          <p:nvPr/>
        </p:nvSpPr>
        <p:spPr>
          <a:xfrm>
            <a:off x="94297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Rectangle 1874"/>
          <p:cNvSpPr/>
          <p:nvPr/>
        </p:nvSpPr>
        <p:spPr>
          <a:xfrm>
            <a:off x="94297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Rectangle 1875"/>
          <p:cNvSpPr/>
          <p:nvPr/>
        </p:nvSpPr>
        <p:spPr>
          <a:xfrm>
            <a:off x="94297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Rectangle 1876"/>
          <p:cNvSpPr/>
          <p:nvPr/>
        </p:nvSpPr>
        <p:spPr>
          <a:xfrm>
            <a:off x="94297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Rectangle 1877"/>
          <p:cNvSpPr/>
          <p:nvPr/>
        </p:nvSpPr>
        <p:spPr>
          <a:xfrm>
            <a:off x="94297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Rectangle 1878"/>
          <p:cNvSpPr/>
          <p:nvPr/>
        </p:nvSpPr>
        <p:spPr>
          <a:xfrm>
            <a:off x="94297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Rectangle 1879"/>
          <p:cNvSpPr/>
          <p:nvPr/>
        </p:nvSpPr>
        <p:spPr>
          <a:xfrm>
            <a:off x="94297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Rectangle 1880"/>
          <p:cNvSpPr/>
          <p:nvPr/>
        </p:nvSpPr>
        <p:spPr>
          <a:xfrm>
            <a:off x="94297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Rectangle 1881"/>
          <p:cNvSpPr/>
          <p:nvPr/>
        </p:nvSpPr>
        <p:spPr>
          <a:xfrm>
            <a:off x="94297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Rectangle 1882"/>
          <p:cNvSpPr/>
          <p:nvPr/>
        </p:nvSpPr>
        <p:spPr>
          <a:xfrm>
            <a:off x="94297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Rectangle 1883"/>
          <p:cNvSpPr/>
          <p:nvPr/>
        </p:nvSpPr>
        <p:spPr>
          <a:xfrm>
            <a:off x="94297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Rectangle 1884"/>
          <p:cNvSpPr/>
          <p:nvPr/>
        </p:nvSpPr>
        <p:spPr>
          <a:xfrm>
            <a:off x="94297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Rectangle 1885"/>
          <p:cNvSpPr/>
          <p:nvPr/>
        </p:nvSpPr>
        <p:spPr>
          <a:xfrm>
            <a:off x="94297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Rectangle 1886"/>
          <p:cNvSpPr/>
          <p:nvPr/>
        </p:nvSpPr>
        <p:spPr>
          <a:xfrm>
            <a:off x="94297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Rectangle 1887"/>
          <p:cNvSpPr/>
          <p:nvPr/>
        </p:nvSpPr>
        <p:spPr>
          <a:xfrm>
            <a:off x="94297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Rectangle 1888"/>
          <p:cNvSpPr/>
          <p:nvPr/>
        </p:nvSpPr>
        <p:spPr>
          <a:xfrm>
            <a:off x="94297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Rectangle 1889"/>
          <p:cNvSpPr/>
          <p:nvPr/>
        </p:nvSpPr>
        <p:spPr>
          <a:xfrm>
            <a:off x="94297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Rectangle 1890"/>
          <p:cNvSpPr/>
          <p:nvPr/>
        </p:nvSpPr>
        <p:spPr>
          <a:xfrm>
            <a:off x="94297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Rectangle 1891"/>
          <p:cNvSpPr/>
          <p:nvPr/>
        </p:nvSpPr>
        <p:spPr>
          <a:xfrm>
            <a:off x="94297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Rectangle 1892"/>
          <p:cNvSpPr/>
          <p:nvPr/>
        </p:nvSpPr>
        <p:spPr>
          <a:xfrm>
            <a:off x="94297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Rectangle 1893"/>
          <p:cNvSpPr/>
          <p:nvPr/>
        </p:nvSpPr>
        <p:spPr>
          <a:xfrm>
            <a:off x="94297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Rectangle 1894"/>
          <p:cNvSpPr/>
          <p:nvPr/>
        </p:nvSpPr>
        <p:spPr>
          <a:xfrm>
            <a:off x="94297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Rectangle 1895"/>
          <p:cNvSpPr/>
          <p:nvPr/>
        </p:nvSpPr>
        <p:spPr>
          <a:xfrm>
            <a:off x="94297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Rectangle 1896"/>
          <p:cNvSpPr/>
          <p:nvPr/>
        </p:nvSpPr>
        <p:spPr>
          <a:xfrm>
            <a:off x="9429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Rectangle 1897"/>
          <p:cNvSpPr/>
          <p:nvPr/>
        </p:nvSpPr>
        <p:spPr>
          <a:xfrm>
            <a:off x="9429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Rectangle 1898"/>
          <p:cNvSpPr/>
          <p:nvPr/>
        </p:nvSpPr>
        <p:spPr>
          <a:xfrm>
            <a:off x="9429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Rectangle 1899"/>
          <p:cNvSpPr/>
          <p:nvPr/>
        </p:nvSpPr>
        <p:spPr>
          <a:xfrm>
            <a:off x="9429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Rectangle 1900"/>
          <p:cNvSpPr/>
          <p:nvPr/>
        </p:nvSpPr>
        <p:spPr>
          <a:xfrm>
            <a:off x="95440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Rectangle 1901"/>
          <p:cNvSpPr/>
          <p:nvPr/>
        </p:nvSpPr>
        <p:spPr>
          <a:xfrm>
            <a:off x="95440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Rectangle 1902"/>
          <p:cNvSpPr/>
          <p:nvPr/>
        </p:nvSpPr>
        <p:spPr>
          <a:xfrm>
            <a:off x="95440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Rectangle 1903"/>
          <p:cNvSpPr/>
          <p:nvPr/>
        </p:nvSpPr>
        <p:spPr>
          <a:xfrm>
            <a:off x="95440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Rectangle 1904"/>
          <p:cNvSpPr/>
          <p:nvPr/>
        </p:nvSpPr>
        <p:spPr>
          <a:xfrm>
            <a:off x="95440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Rectangle 1905"/>
          <p:cNvSpPr/>
          <p:nvPr/>
        </p:nvSpPr>
        <p:spPr>
          <a:xfrm>
            <a:off x="95440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Rectangle 1906"/>
          <p:cNvSpPr/>
          <p:nvPr/>
        </p:nvSpPr>
        <p:spPr>
          <a:xfrm>
            <a:off x="95440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Rectangle 1907"/>
          <p:cNvSpPr/>
          <p:nvPr/>
        </p:nvSpPr>
        <p:spPr>
          <a:xfrm>
            <a:off x="95440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Rectangle 1908"/>
          <p:cNvSpPr/>
          <p:nvPr/>
        </p:nvSpPr>
        <p:spPr>
          <a:xfrm>
            <a:off x="95440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Rectangle 1909"/>
          <p:cNvSpPr/>
          <p:nvPr/>
        </p:nvSpPr>
        <p:spPr>
          <a:xfrm>
            <a:off x="95440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Rectangle 1910"/>
          <p:cNvSpPr/>
          <p:nvPr/>
        </p:nvSpPr>
        <p:spPr>
          <a:xfrm>
            <a:off x="95440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Rectangle 1911"/>
          <p:cNvSpPr/>
          <p:nvPr/>
        </p:nvSpPr>
        <p:spPr>
          <a:xfrm>
            <a:off x="95440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Rectangle 1912"/>
          <p:cNvSpPr/>
          <p:nvPr/>
        </p:nvSpPr>
        <p:spPr>
          <a:xfrm>
            <a:off x="95440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Rectangle 1913"/>
          <p:cNvSpPr/>
          <p:nvPr/>
        </p:nvSpPr>
        <p:spPr>
          <a:xfrm>
            <a:off x="95440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Rectangle 1914"/>
          <p:cNvSpPr/>
          <p:nvPr/>
        </p:nvSpPr>
        <p:spPr>
          <a:xfrm>
            <a:off x="95440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Rectangle 1915"/>
          <p:cNvSpPr/>
          <p:nvPr/>
        </p:nvSpPr>
        <p:spPr>
          <a:xfrm>
            <a:off x="95440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Rectangle 1916"/>
          <p:cNvSpPr/>
          <p:nvPr/>
        </p:nvSpPr>
        <p:spPr>
          <a:xfrm>
            <a:off x="95440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Rectangle 1917"/>
          <p:cNvSpPr/>
          <p:nvPr/>
        </p:nvSpPr>
        <p:spPr>
          <a:xfrm>
            <a:off x="95440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Rectangle 1918"/>
          <p:cNvSpPr/>
          <p:nvPr/>
        </p:nvSpPr>
        <p:spPr>
          <a:xfrm>
            <a:off x="95440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Rectangle 1919"/>
          <p:cNvSpPr/>
          <p:nvPr/>
        </p:nvSpPr>
        <p:spPr>
          <a:xfrm>
            <a:off x="95440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Rectangle 1920"/>
          <p:cNvSpPr/>
          <p:nvPr/>
        </p:nvSpPr>
        <p:spPr>
          <a:xfrm>
            <a:off x="95440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Rectangle 1921"/>
          <p:cNvSpPr/>
          <p:nvPr/>
        </p:nvSpPr>
        <p:spPr>
          <a:xfrm>
            <a:off x="95440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Rectangle 1922"/>
          <p:cNvSpPr/>
          <p:nvPr/>
        </p:nvSpPr>
        <p:spPr>
          <a:xfrm>
            <a:off x="95440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Rectangle 1923"/>
          <p:cNvSpPr/>
          <p:nvPr/>
        </p:nvSpPr>
        <p:spPr>
          <a:xfrm>
            <a:off x="95440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Rectangle 1924"/>
          <p:cNvSpPr/>
          <p:nvPr/>
        </p:nvSpPr>
        <p:spPr>
          <a:xfrm>
            <a:off x="9544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Rectangle 1925"/>
          <p:cNvSpPr/>
          <p:nvPr/>
        </p:nvSpPr>
        <p:spPr>
          <a:xfrm>
            <a:off x="9544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Rectangle 1926"/>
          <p:cNvSpPr/>
          <p:nvPr/>
        </p:nvSpPr>
        <p:spPr>
          <a:xfrm>
            <a:off x="9544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Rectangle 1927"/>
          <p:cNvSpPr/>
          <p:nvPr/>
        </p:nvSpPr>
        <p:spPr>
          <a:xfrm>
            <a:off x="9544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Rectangle 1928"/>
          <p:cNvSpPr/>
          <p:nvPr/>
        </p:nvSpPr>
        <p:spPr>
          <a:xfrm>
            <a:off x="96583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Rectangle 1929"/>
          <p:cNvSpPr/>
          <p:nvPr/>
        </p:nvSpPr>
        <p:spPr>
          <a:xfrm>
            <a:off x="96583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Rectangle 1930"/>
          <p:cNvSpPr/>
          <p:nvPr/>
        </p:nvSpPr>
        <p:spPr>
          <a:xfrm>
            <a:off x="96583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Rectangle 1931"/>
          <p:cNvSpPr/>
          <p:nvPr/>
        </p:nvSpPr>
        <p:spPr>
          <a:xfrm>
            <a:off x="96583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Rectangle 1932"/>
          <p:cNvSpPr/>
          <p:nvPr/>
        </p:nvSpPr>
        <p:spPr>
          <a:xfrm>
            <a:off x="96583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Rectangle 1933"/>
          <p:cNvSpPr/>
          <p:nvPr/>
        </p:nvSpPr>
        <p:spPr>
          <a:xfrm>
            <a:off x="96583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Rectangle 1934"/>
          <p:cNvSpPr/>
          <p:nvPr/>
        </p:nvSpPr>
        <p:spPr>
          <a:xfrm>
            <a:off x="96583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Rectangle 1935"/>
          <p:cNvSpPr/>
          <p:nvPr/>
        </p:nvSpPr>
        <p:spPr>
          <a:xfrm>
            <a:off x="96583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Rectangle 1936"/>
          <p:cNvSpPr/>
          <p:nvPr/>
        </p:nvSpPr>
        <p:spPr>
          <a:xfrm>
            <a:off x="96583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Rectangle 1937"/>
          <p:cNvSpPr/>
          <p:nvPr/>
        </p:nvSpPr>
        <p:spPr>
          <a:xfrm>
            <a:off x="96583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Rectangle 1938"/>
          <p:cNvSpPr/>
          <p:nvPr/>
        </p:nvSpPr>
        <p:spPr>
          <a:xfrm>
            <a:off x="96583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Rectangle 1939"/>
          <p:cNvSpPr/>
          <p:nvPr/>
        </p:nvSpPr>
        <p:spPr>
          <a:xfrm>
            <a:off x="96583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Rectangle 1940"/>
          <p:cNvSpPr/>
          <p:nvPr/>
        </p:nvSpPr>
        <p:spPr>
          <a:xfrm>
            <a:off x="96583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Rectangle 1941"/>
          <p:cNvSpPr/>
          <p:nvPr/>
        </p:nvSpPr>
        <p:spPr>
          <a:xfrm>
            <a:off x="96583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Rectangle 1942"/>
          <p:cNvSpPr/>
          <p:nvPr/>
        </p:nvSpPr>
        <p:spPr>
          <a:xfrm>
            <a:off x="96583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Rectangle 1943"/>
          <p:cNvSpPr/>
          <p:nvPr/>
        </p:nvSpPr>
        <p:spPr>
          <a:xfrm>
            <a:off x="96583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Rectangle 1944"/>
          <p:cNvSpPr/>
          <p:nvPr/>
        </p:nvSpPr>
        <p:spPr>
          <a:xfrm>
            <a:off x="96583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Rectangle 1945"/>
          <p:cNvSpPr/>
          <p:nvPr/>
        </p:nvSpPr>
        <p:spPr>
          <a:xfrm>
            <a:off x="96583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Rectangle 1946"/>
          <p:cNvSpPr/>
          <p:nvPr/>
        </p:nvSpPr>
        <p:spPr>
          <a:xfrm>
            <a:off x="96583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Rectangle 1947"/>
          <p:cNvSpPr/>
          <p:nvPr/>
        </p:nvSpPr>
        <p:spPr>
          <a:xfrm>
            <a:off x="9658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Rectangle 1948"/>
          <p:cNvSpPr/>
          <p:nvPr/>
        </p:nvSpPr>
        <p:spPr>
          <a:xfrm>
            <a:off x="96583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Rectangle 1949"/>
          <p:cNvSpPr/>
          <p:nvPr/>
        </p:nvSpPr>
        <p:spPr>
          <a:xfrm>
            <a:off x="96583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Rectangle 1950"/>
          <p:cNvSpPr/>
          <p:nvPr/>
        </p:nvSpPr>
        <p:spPr>
          <a:xfrm>
            <a:off x="96583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Rectangle 1951"/>
          <p:cNvSpPr/>
          <p:nvPr/>
        </p:nvSpPr>
        <p:spPr>
          <a:xfrm>
            <a:off x="96583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Rectangle 1952"/>
          <p:cNvSpPr/>
          <p:nvPr/>
        </p:nvSpPr>
        <p:spPr>
          <a:xfrm>
            <a:off x="9658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Rectangle 1953"/>
          <p:cNvSpPr/>
          <p:nvPr/>
        </p:nvSpPr>
        <p:spPr>
          <a:xfrm>
            <a:off x="9658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Rectangle 1954"/>
          <p:cNvSpPr/>
          <p:nvPr/>
        </p:nvSpPr>
        <p:spPr>
          <a:xfrm>
            <a:off x="9658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Rectangle 1955"/>
          <p:cNvSpPr/>
          <p:nvPr/>
        </p:nvSpPr>
        <p:spPr>
          <a:xfrm>
            <a:off x="9658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Rectangle 1956"/>
          <p:cNvSpPr/>
          <p:nvPr/>
        </p:nvSpPr>
        <p:spPr>
          <a:xfrm>
            <a:off x="97726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Rectangle 1957"/>
          <p:cNvSpPr/>
          <p:nvPr/>
        </p:nvSpPr>
        <p:spPr>
          <a:xfrm>
            <a:off x="97726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Rectangle 1958"/>
          <p:cNvSpPr/>
          <p:nvPr/>
        </p:nvSpPr>
        <p:spPr>
          <a:xfrm>
            <a:off x="97726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Rectangle 1959"/>
          <p:cNvSpPr/>
          <p:nvPr/>
        </p:nvSpPr>
        <p:spPr>
          <a:xfrm>
            <a:off x="97726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Rectangle 1960"/>
          <p:cNvSpPr/>
          <p:nvPr/>
        </p:nvSpPr>
        <p:spPr>
          <a:xfrm>
            <a:off x="97726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Rectangle 1961"/>
          <p:cNvSpPr/>
          <p:nvPr/>
        </p:nvSpPr>
        <p:spPr>
          <a:xfrm>
            <a:off x="97726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Rectangle 1962"/>
          <p:cNvSpPr/>
          <p:nvPr/>
        </p:nvSpPr>
        <p:spPr>
          <a:xfrm>
            <a:off x="97726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Rectangle 1963"/>
          <p:cNvSpPr/>
          <p:nvPr/>
        </p:nvSpPr>
        <p:spPr>
          <a:xfrm>
            <a:off x="97726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Rectangle 1964"/>
          <p:cNvSpPr/>
          <p:nvPr/>
        </p:nvSpPr>
        <p:spPr>
          <a:xfrm>
            <a:off x="97726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Rectangle 1965"/>
          <p:cNvSpPr/>
          <p:nvPr/>
        </p:nvSpPr>
        <p:spPr>
          <a:xfrm>
            <a:off x="97726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Rectangle 1966"/>
          <p:cNvSpPr/>
          <p:nvPr/>
        </p:nvSpPr>
        <p:spPr>
          <a:xfrm>
            <a:off x="97726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Rectangle 1967"/>
          <p:cNvSpPr/>
          <p:nvPr/>
        </p:nvSpPr>
        <p:spPr>
          <a:xfrm>
            <a:off x="97726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Rectangle 1968"/>
          <p:cNvSpPr/>
          <p:nvPr/>
        </p:nvSpPr>
        <p:spPr>
          <a:xfrm>
            <a:off x="97726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Rectangle 1969"/>
          <p:cNvSpPr/>
          <p:nvPr/>
        </p:nvSpPr>
        <p:spPr>
          <a:xfrm>
            <a:off x="97726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Rectangle 1970"/>
          <p:cNvSpPr/>
          <p:nvPr/>
        </p:nvSpPr>
        <p:spPr>
          <a:xfrm>
            <a:off x="97726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Rectangle 1971"/>
          <p:cNvSpPr/>
          <p:nvPr/>
        </p:nvSpPr>
        <p:spPr>
          <a:xfrm>
            <a:off x="97726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Rectangle 1972"/>
          <p:cNvSpPr/>
          <p:nvPr/>
        </p:nvSpPr>
        <p:spPr>
          <a:xfrm>
            <a:off x="97726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Rectangle 1973"/>
          <p:cNvSpPr/>
          <p:nvPr/>
        </p:nvSpPr>
        <p:spPr>
          <a:xfrm>
            <a:off x="97726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Rectangle 1974"/>
          <p:cNvSpPr/>
          <p:nvPr/>
        </p:nvSpPr>
        <p:spPr>
          <a:xfrm>
            <a:off x="97726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Rectangle 1975"/>
          <p:cNvSpPr/>
          <p:nvPr/>
        </p:nvSpPr>
        <p:spPr>
          <a:xfrm>
            <a:off x="9772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Rectangle 1976"/>
          <p:cNvSpPr/>
          <p:nvPr/>
        </p:nvSpPr>
        <p:spPr>
          <a:xfrm>
            <a:off x="9772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Rectangle 1977"/>
          <p:cNvSpPr/>
          <p:nvPr/>
        </p:nvSpPr>
        <p:spPr>
          <a:xfrm>
            <a:off x="97726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Rectangle 1978"/>
          <p:cNvSpPr/>
          <p:nvPr/>
        </p:nvSpPr>
        <p:spPr>
          <a:xfrm>
            <a:off x="97726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Rectangle 1979"/>
          <p:cNvSpPr/>
          <p:nvPr/>
        </p:nvSpPr>
        <p:spPr>
          <a:xfrm>
            <a:off x="97726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Rectangle 1980"/>
          <p:cNvSpPr/>
          <p:nvPr/>
        </p:nvSpPr>
        <p:spPr>
          <a:xfrm>
            <a:off x="97726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Rectangle 1981"/>
          <p:cNvSpPr/>
          <p:nvPr/>
        </p:nvSpPr>
        <p:spPr>
          <a:xfrm>
            <a:off x="9772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Rectangle 1982"/>
          <p:cNvSpPr/>
          <p:nvPr/>
        </p:nvSpPr>
        <p:spPr>
          <a:xfrm>
            <a:off x="9772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Rectangle 1983"/>
          <p:cNvSpPr/>
          <p:nvPr/>
        </p:nvSpPr>
        <p:spPr>
          <a:xfrm>
            <a:off x="9772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Rectangle 1984"/>
          <p:cNvSpPr/>
          <p:nvPr/>
        </p:nvSpPr>
        <p:spPr>
          <a:xfrm>
            <a:off x="9886950" y="4705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Rectangle 1985"/>
          <p:cNvSpPr/>
          <p:nvPr/>
        </p:nvSpPr>
        <p:spPr>
          <a:xfrm>
            <a:off x="9886950" y="4591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Rectangle 1986"/>
          <p:cNvSpPr/>
          <p:nvPr/>
        </p:nvSpPr>
        <p:spPr>
          <a:xfrm>
            <a:off x="9886950" y="4476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Rectangle 1987"/>
          <p:cNvSpPr/>
          <p:nvPr/>
        </p:nvSpPr>
        <p:spPr>
          <a:xfrm>
            <a:off x="98869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Rectangle 1988"/>
          <p:cNvSpPr/>
          <p:nvPr/>
        </p:nvSpPr>
        <p:spPr>
          <a:xfrm>
            <a:off x="98869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Rectangle 1989"/>
          <p:cNvSpPr/>
          <p:nvPr/>
        </p:nvSpPr>
        <p:spPr>
          <a:xfrm>
            <a:off x="98869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Rectangle 1990"/>
          <p:cNvSpPr/>
          <p:nvPr/>
        </p:nvSpPr>
        <p:spPr>
          <a:xfrm>
            <a:off x="98869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Rectangle 1991"/>
          <p:cNvSpPr/>
          <p:nvPr/>
        </p:nvSpPr>
        <p:spPr>
          <a:xfrm>
            <a:off x="98869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Rectangle 1992"/>
          <p:cNvSpPr/>
          <p:nvPr/>
        </p:nvSpPr>
        <p:spPr>
          <a:xfrm>
            <a:off x="98869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Rectangle 1993"/>
          <p:cNvSpPr/>
          <p:nvPr/>
        </p:nvSpPr>
        <p:spPr>
          <a:xfrm>
            <a:off x="98869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Rectangle 1994"/>
          <p:cNvSpPr/>
          <p:nvPr/>
        </p:nvSpPr>
        <p:spPr>
          <a:xfrm>
            <a:off x="98869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Rectangle 1995"/>
          <p:cNvSpPr/>
          <p:nvPr/>
        </p:nvSpPr>
        <p:spPr>
          <a:xfrm>
            <a:off x="98869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Rectangle 1996"/>
          <p:cNvSpPr/>
          <p:nvPr/>
        </p:nvSpPr>
        <p:spPr>
          <a:xfrm>
            <a:off x="98869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Rectangle 1997"/>
          <p:cNvSpPr/>
          <p:nvPr/>
        </p:nvSpPr>
        <p:spPr>
          <a:xfrm>
            <a:off x="98869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Rectangle 1998"/>
          <p:cNvSpPr/>
          <p:nvPr/>
        </p:nvSpPr>
        <p:spPr>
          <a:xfrm>
            <a:off x="98869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Rectangle 1999"/>
          <p:cNvSpPr/>
          <p:nvPr/>
        </p:nvSpPr>
        <p:spPr>
          <a:xfrm>
            <a:off x="98869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Rectangle 2000"/>
          <p:cNvSpPr/>
          <p:nvPr/>
        </p:nvSpPr>
        <p:spPr>
          <a:xfrm>
            <a:off x="98869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Rectangle 2001"/>
          <p:cNvSpPr/>
          <p:nvPr/>
        </p:nvSpPr>
        <p:spPr>
          <a:xfrm>
            <a:off x="98869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Rectangle 2002"/>
          <p:cNvSpPr/>
          <p:nvPr/>
        </p:nvSpPr>
        <p:spPr>
          <a:xfrm>
            <a:off x="98869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Rectangle 2003"/>
          <p:cNvSpPr/>
          <p:nvPr/>
        </p:nvSpPr>
        <p:spPr>
          <a:xfrm>
            <a:off x="9886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Rectangle 2004"/>
          <p:cNvSpPr/>
          <p:nvPr/>
        </p:nvSpPr>
        <p:spPr>
          <a:xfrm>
            <a:off x="9886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Rectangle 2005"/>
          <p:cNvSpPr/>
          <p:nvPr/>
        </p:nvSpPr>
        <p:spPr>
          <a:xfrm>
            <a:off x="9886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Rectangle 2006"/>
          <p:cNvSpPr/>
          <p:nvPr/>
        </p:nvSpPr>
        <p:spPr>
          <a:xfrm>
            <a:off x="98869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Rectangle 2007"/>
          <p:cNvSpPr/>
          <p:nvPr/>
        </p:nvSpPr>
        <p:spPr>
          <a:xfrm>
            <a:off x="98869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Rectangle 2008"/>
          <p:cNvSpPr/>
          <p:nvPr/>
        </p:nvSpPr>
        <p:spPr>
          <a:xfrm>
            <a:off x="98869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Rectangle 2009"/>
          <p:cNvSpPr/>
          <p:nvPr/>
        </p:nvSpPr>
        <p:spPr>
          <a:xfrm>
            <a:off x="98869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Rectangle 2010"/>
          <p:cNvSpPr/>
          <p:nvPr/>
        </p:nvSpPr>
        <p:spPr>
          <a:xfrm>
            <a:off x="9886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Rectangle 2011"/>
          <p:cNvSpPr/>
          <p:nvPr/>
        </p:nvSpPr>
        <p:spPr>
          <a:xfrm>
            <a:off x="9886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Rectangle 2012"/>
          <p:cNvSpPr/>
          <p:nvPr/>
        </p:nvSpPr>
        <p:spPr>
          <a:xfrm>
            <a:off x="10001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Rectangle 2013"/>
          <p:cNvSpPr/>
          <p:nvPr/>
        </p:nvSpPr>
        <p:spPr>
          <a:xfrm>
            <a:off x="10001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Rectangle 2014"/>
          <p:cNvSpPr/>
          <p:nvPr/>
        </p:nvSpPr>
        <p:spPr>
          <a:xfrm>
            <a:off x="10001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Rectangle 2015"/>
          <p:cNvSpPr/>
          <p:nvPr/>
        </p:nvSpPr>
        <p:spPr>
          <a:xfrm>
            <a:off x="10001250" y="4362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Rectangle 2016"/>
          <p:cNvSpPr/>
          <p:nvPr/>
        </p:nvSpPr>
        <p:spPr>
          <a:xfrm>
            <a:off x="10001250" y="4248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Rectangle 2017"/>
          <p:cNvSpPr/>
          <p:nvPr/>
        </p:nvSpPr>
        <p:spPr>
          <a:xfrm>
            <a:off x="10001250" y="4133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Rectangle 2018"/>
          <p:cNvSpPr/>
          <p:nvPr/>
        </p:nvSpPr>
        <p:spPr>
          <a:xfrm>
            <a:off x="10001250" y="4019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Rectangle 2019"/>
          <p:cNvSpPr/>
          <p:nvPr/>
        </p:nvSpPr>
        <p:spPr>
          <a:xfrm>
            <a:off x="100012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Rectangle 2020"/>
          <p:cNvSpPr/>
          <p:nvPr/>
        </p:nvSpPr>
        <p:spPr>
          <a:xfrm>
            <a:off x="100012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Rectangle 2021"/>
          <p:cNvSpPr/>
          <p:nvPr/>
        </p:nvSpPr>
        <p:spPr>
          <a:xfrm>
            <a:off x="100012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Rectangle 2022"/>
          <p:cNvSpPr/>
          <p:nvPr/>
        </p:nvSpPr>
        <p:spPr>
          <a:xfrm>
            <a:off x="100012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Rectangle 2023"/>
          <p:cNvSpPr/>
          <p:nvPr/>
        </p:nvSpPr>
        <p:spPr>
          <a:xfrm>
            <a:off x="100012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Rectangle 2024"/>
          <p:cNvSpPr/>
          <p:nvPr/>
        </p:nvSpPr>
        <p:spPr>
          <a:xfrm>
            <a:off x="100012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Rectangle 2025"/>
          <p:cNvSpPr/>
          <p:nvPr/>
        </p:nvSpPr>
        <p:spPr>
          <a:xfrm>
            <a:off x="100012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Rectangle 2026"/>
          <p:cNvSpPr/>
          <p:nvPr/>
        </p:nvSpPr>
        <p:spPr>
          <a:xfrm>
            <a:off x="100012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Rectangle 2027"/>
          <p:cNvSpPr/>
          <p:nvPr/>
        </p:nvSpPr>
        <p:spPr>
          <a:xfrm>
            <a:off x="100012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Rectangle 2028"/>
          <p:cNvSpPr/>
          <p:nvPr/>
        </p:nvSpPr>
        <p:spPr>
          <a:xfrm>
            <a:off x="100012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Rectangle 2029"/>
          <p:cNvSpPr/>
          <p:nvPr/>
        </p:nvSpPr>
        <p:spPr>
          <a:xfrm>
            <a:off x="100012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Rectangle 2030"/>
          <p:cNvSpPr/>
          <p:nvPr/>
        </p:nvSpPr>
        <p:spPr>
          <a:xfrm>
            <a:off x="100012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Rectangle 2031"/>
          <p:cNvSpPr/>
          <p:nvPr/>
        </p:nvSpPr>
        <p:spPr>
          <a:xfrm>
            <a:off x="100012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Rectangle 2032"/>
          <p:cNvSpPr/>
          <p:nvPr/>
        </p:nvSpPr>
        <p:spPr>
          <a:xfrm>
            <a:off x="10001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Rectangle 2033"/>
          <p:cNvSpPr/>
          <p:nvPr/>
        </p:nvSpPr>
        <p:spPr>
          <a:xfrm>
            <a:off x="10001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Rectangle 2034"/>
          <p:cNvSpPr/>
          <p:nvPr/>
        </p:nvSpPr>
        <p:spPr>
          <a:xfrm>
            <a:off x="10001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Rectangle 2035"/>
          <p:cNvSpPr/>
          <p:nvPr/>
        </p:nvSpPr>
        <p:spPr>
          <a:xfrm>
            <a:off x="100012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Rectangle 2036"/>
          <p:cNvSpPr/>
          <p:nvPr/>
        </p:nvSpPr>
        <p:spPr>
          <a:xfrm>
            <a:off x="100012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Rectangle 2037"/>
          <p:cNvSpPr/>
          <p:nvPr/>
        </p:nvSpPr>
        <p:spPr>
          <a:xfrm>
            <a:off x="100012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Rectangle 2038"/>
          <p:cNvSpPr/>
          <p:nvPr/>
        </p:nvSpPr>
        <p:spPr>
          <a:xfrm>
            <a:off x="10001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Rectangle 2039"/>
          <p:cNvSpPr/>
          <p:nvPr/>
        </p:nvSpPr>
        <p:spPr>
          <a:xfrm>
            <a:off x="10001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Rectangle 2040"/>
          <p:cNvSpPr/>
          <p:nvPr/>
        </p:nvSpPr>
        <p:spPr>
          <a:xfrm>
            <a:off x="10115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Rectangle 2041"/>
          <p:cNvSpPr/>
          <p:nvPr/>
        </p:nvSpPr>
        <p:spPr>
          <a:xfrm>
            <a:off x="10115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Rectangle 2042"/>
          <p:cNvSpPr/>
          <p:nvPr/>
        </p:nvSpPr>
        <p:spPr>
          <a:xfrm>
            <a:off x="10115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Rectangle 2043"/>
          <p:cNvSpPr/>
          <p:nvPr/>
        </p:nvSpPr>
        <p:spPr>
          <a:xfrm>
            <a:off x="10115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Rectangle 2044"/>
          <p:cNvSpPr/>
          <p:nvPr/>
        </p:nvSpPr>
        <p:spPr>
          <a:xfrm>
            <a:off x="101155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Rectangle 2045"/>
          <p:cNvSpPr/>
          <p:nvPr/>
        </p:nvSpPr>
        <p:spPr>
          <a:xfrm>
            <a:off x="101155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Rectangle 2046"/>
          <p:cNvSpPr/>
          <p:nvPr/>
        </p:nvSpPr>
        <p:spPr>
          <a:xfrm>
            <a:off x="101155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Rectangle 2047"/>
          <p:cNvSpPr/>
          <p:nvPr/>
        </p:nvSpPr>
        <p:spPr>
          <a:xfrm>
            <a:off x="10115550" y="3905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Rectangle 2048"/>
          <p:cNvSpPr/>
          <p:nvPr/>
        </p:nvSpPr>
        <p:spPr>
          <a:xfrm>
            <a:off x="10115550" y="3790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Rectangle 2049"/>
          <p:cNvSpPr/>
          <p:nvPr/>
        </p:nvSpPr>
        <p:spPr>
          <a:xfrm>
            <a:off x="10115550" y="3676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Rectangle 2050"/>
          <p:cNvSpPr/>
          <p:nvPr/>
        </p:nvSpPr>
        <p:spPr>
          <a:xfrm>
            <a:off x="101155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Rectangle 2051"/>
          <p:cNvSpPr/>
          <p:nvPr/>
        </p:nvSpPr>
        <p:spPr>
          <a:xfrm>
            <a:off x="101155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Rectangle 2052"/>
          <p:cNvSpPr/>
          <p:nvPr/>
        </p:nvSpPr>
        <p:spPr>
          <a:xfrm>
            <a:off x="101155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Rectangle 2053"/>
          <p:cNvSpPr/>
          <p:nvPr/>
        </p:nvSpPr>
        <p:spPr>
          <a:xfrm>
            <a:off x="101155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Rectangle 2054"/>
          <p:cNvSpPr/>
          <p:nvPr/>
        </p:nvSpPr>
        <p:spPr>
          <a:xfrm>
            <a:off x="101155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Rectangle 2055"/>
          <p:cNvSpPr/>
          <p:nvPr/>
        </p:nvSpPr>
        <p:spPr>
          <a:xfrm>
            <a:off x="101155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Rectangle 2056"/>
          <p:cNvSpPr/>
          <p:nvPr/>
        </p:nvSpPr>
        <p:spPr>
          <a:xfrm>
            <a:off x="101155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Rectangle 2057"/>
          <p:cNvSpPr/>
          <p:nvPr/>
        </p:nvSpPr>
        <p:spPr>
          <a:xfrm>
            <a:off x="101155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Rectangle 2058"/>
          <p:cNvSpPr/>
          <p:nvPr/>
        </p:nvSpPr>
        <p:spPr>
          <a:xfrm>
            <a:off x="101155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Rectangle 2059"/>
          <p:cNvSpPr/>
          <p:nvPr/>
        </p:nvSpPr>
        <p:spPr>
          <a:xfrm>
            <a:off x="101155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Rectangle 2060"/>
          <p:cNvSpPr/>
          <p:nvPr/>
        </p:nvSpPr>
        <p:spPr>
          <a:xfrm>
            <a:off x="10115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Rectangle 2061"/>
          <p:cNvSpPr/>
          <p:nvPr/>
        </p:nvSpPr>
        <p:spPr>
          <a:xfrm>
            <a:off x="10115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Rectangle 2062"/>
          <p:cNvSpPr/>
          <p:nvPr/>
        </p:nvSpPr>
        <p:spPr>
          <a:xfrm>
            <a:off x="10115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Rectangle 2063"/>
          <p:cNvSpPr/>
          <p:nvPr/>
        </p:nvSpPr>
        <p:spPr>
          <a:xfrm>
            <a:off x="10115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Rectangle 2064"/>
          <p:cNvSpPr/>
          <p:nvPr/>
        </p:nvSpPr>
        <p:spPr>
          <a:xfrm>
            <a:off x="10115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Rectangle 2065"/>
          <p:cNvSpPr/>
          <p:nvPr/>
        </p:nvSpPr>
        <p:spPr>
          <a:xfrm>
            <a:off x="10115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Rectangle 2066"/>
          <p:cNvSpPr/>
          <p:nvPr/>
        </p:nvSpPr>
        <p:spPr>
          <a:xfrm>
            <a:off x="101155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Rectangle 2067"/>
          <p:cNvSpPr/>
          <p:nvPr/>
        </p:nvSpPr>
        <p:spPr>
          <a:xfrm>
            <a:off x="10115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Rectangle 2068"/>
          <p:cNvSpPr/>
          <p:nvPr/>
        </p:nvSpPr>
        <p:spPr>
          <a:xfrm>
            <a:off x="10229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Rectangle 2069"/>
          <p:cNvSpPr/>
          <p:nvPr/>
        </p:nvSpPr>
        <p:spPr>
          <a:xfrm>
            <a:off x="10229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Rectangle 2070"/>
          <p:cNvSpPr/>
          <p:nvPr/>
        </p:nvSpPr>
        <p:spPr>
          <a:xfrm>
            <a:off x="10229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Rectangle 2071"/>
          <p:cNvSpPr/>
          <p:nvPr/>
        </p:nvSpPr>
        <p:spPr>
          <a:xfrm>
            <a:off x="10229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Rectangle 2072"/>
          <p:cNvSpPr/>
          <p:nvPr/>
        </p:nvSpPr>
        <p:spPr>
          <a:xfrm>
            <a:off x="10229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Rectangle 2073"/>
          <p:cNvSpPr/>
          <p:nvPr/>
        </p:nvSpPr>
        <p:spPr>
          <a:xfrm>
            <a:off x="102298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Rectangle 2074"/>
          <p:cNvSpPr/>
          <p:nvPr/>
        </p:nvSpPr>
        <p:spPr>
          <a:xfrm>
            <a:off x="102298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Rectangle 2075"/>
          <p:cNvSpPr/>
          <p:nvPr/>
        </p:nvSpPr>
        <p:spPr>
          <a:xfrm>
            <a:off x="102298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Rectangle 2076"/>
          <p:cNvSpPr/>
          <p:nvPr/>
        </p:nvSpPr>
        <p:spPr>
          <a:xfrm>
            <a:off x="102298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Rectangle 2077"/>
          <p:cNvSpPr/>
          <p:nvPr/>
        </p:nvSpPr>
        <p:spPr>
          <a:xfrm>
            <a:off x="102298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Rectangle 2078"/>
          <p:cNvSpPr/>
          <p:nvPr/>
        </p:nvSpPr>
        <p:spPr>
          <a:xfrm>
            <a:off x="10229850" y="3562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Rectangle 2079"/>
          <p:cNvSpPr/>
          <p:nvPr/>
        </p:nvSpPr>
        <p:spPr>
          <a:xfrm>
            <a:off x="10229850" y="3448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Rectangle 2080"/>
          <p:cNvSpPr/>
          <p:nvPr/>
        </p:nvSpPr>
        <p:spPr>
          <a:xfrm>
            <a:off x="102298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Rectangle 2081"/>
          <p:cNvSpPr/>
          <p:nvPr/>
        </p:nvSpPr>
        <p:spPr>
          <a:xfrm>
            <a:off x="102298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Rectangle 2082"/>
          <p:cNvSpPr/>
          <p:nvPr/>
        </p:nvSpPr>
        <p:spPr>
          <a:xfrm>
            <a:off x="102298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Rectangle 2083"/>
          <p:cNvSpPr/>
          <p:nvPr/>
        </p:nvSpPr>
        <p:spPr>
          <a:xfrm>
            <a:off x="102298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Rectangle 2084"/>
          <p:cNvSpPr/>
          <p:nvPr/>
        </p:nvSpPr>
        <p:spPr>
          <a:xfrm>
            <a:off x="102298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Rectangle 2085"/>
          <p:cNvSpPr/>
          <p:nvPr/>
        </p:nvSpPr>
        <p:spPr>
          <a:xfrm>
            <a:off x="102298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Rectangle 2086"/>
          <p:cNvSpPr/>
          <p:nvPr/>
        </p:nvSpPr>
        <p:spPr>
          <a:xfrm>
            <a:off x="102298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Rectangle 2087"/>
          <p:cNvSpPr/>
          <p:nvPr/>
        </p:nvSpPr>
        <p:spPr>
          <a:xfrm>
            <a:off x="102298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Rectangle 2088"/>
          <p:cNvSpPr/>
          <p:nvPr/>
        </p:nvSpPr>
        <p:spPr>
          <a:xfrm>
            <a:off x="102298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Rectangle 2089"/>
          <p:cNvSpPr/>
          <p:nvPr/>
        </p:nvSpPr>
        <p:spPr>
          <a:xfrm>
            <a:off x="10229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Rectangle 2090"/>
          <p:cNvSpPr/>
          <p:nvPr/>
        </p:nvSpPr>
        <p:spPr>
          <a:xfrm>
            <a:off x="10229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Rectangle 2091"/>
          <p:cNvSpPr/>
          <p:nvPr/>
        </p:nvSpPr>
        <p:spPr>
          <a:xfrm>
            <a:off x="10229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Rectangle 2092"/>
          <p:cNvSpPr/>
          <p:nvPr/>
        </p:nvSpPr>
        <p:spPr>
          <a:xfrm>
            <a:off x="10229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Rectangle 2093"/>
          <p:cNvSpPr/>
          <p:nvPr/>
        </p:nvSpPr>
        <p:spPr>
          <a:xfrm>
            <a:off x="10229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Rectangle 2094"/>
          <p:cNvSpPr/>
          <p:nvPr/>
        </p:nvSpPr>
        <p:spPr>
          <a:xfrm>
            <a:off x="10229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Rectangle 2095"/>
          <p:cNvSpPr/>
          <p:nvPr/>
        </p:nvSpPr>
        <p:spPr>
          <a:xfrm>
            <a:off x="102298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Rectangle 2096"/>
          <p:cNvSpPr/>
          <p:nvPr/>
        </p:nvSpPr>
        <p:spPr>
          <a:xfrm>
            <a:off x="103441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Rectangle 2097"/>
          <p:cNvSpPr/>
          <p:nvPr/>
        </p:nvSpPr>
        <p:spPr>
          <a:xfrm>
            <a:off x="103441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Rectangle 2098"/>
          <p:cNvSpPr/>
          <p:nvPr/>
        </p:nvSpPr>
        <p:spPr>
          <a:xfrm>
            <a:off x="103441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Rectangle 2099"/>
          <p:cNvSpPr/>
          <p:nvPr/>
        </p:nvSpPr>
        <p:spPr>
          <a:xfrm>
            <a:off x="103441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Rectangle 2100"/>
          <p:cNvSpPr/>
          <p:nvPr/>
        </p:nvSpPr>
        <p:spPr>
          <a:xfrm>
            <a:off x="103441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Rectangle 2101"/>
          <p:cNvSpPr/>
          <p:nvPr/>
        </p:nvSpPr>
        <p:spPr>
          <a:xfrm>
            <a:off x="103441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Rectangle 2102"/>
          <p:cNvSpPr/>
          <p:nvPr/>
        </p:nvSpPr>
        <p:spPr>
          <a:xfrm>
            <a:off x="103441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Rectangle 2103"/>
          <p:cNvSpPr/>
          <p:nvPr/>
        </p:nvSpPr>
        <p:spPr>
          <a:xfrm>
            <a:off x="103441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Rectangle 2104"/>
          <p:cNvSpPr/>
          <p:nvPr/>
        </p:nvSpPr>
        <p:spPr>
          <a:xfrm>
            <a:off x="103441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Rectangle 2105"/>
          <p:cNvSpPr/>
          <p:nvPr/>
        </p:nvSpPr>
        <p:spPr>
          <a:xfrm>
            <a:off x="103441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Rectangle 2106"/>
          <p:cNvSpPr/>
          <p:nvPr/>
        </p:nvSpPr>
        <p:spPr>
          <a:xfrm>
            <a:off x="103441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Rectangle 2107"/>
          <p:cNvSpPr/>
          <p:nvPr/>
        </p:nvSpPr>
        <p:spPr>
          <a:xfrm>
            <a:off x="103441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Rectangle 2108"/>
          <p:cNvSpPr/>
          <p:nvPr/>
        </p:nvSpPr>
        <p:spPr>
          <a:xfrm>
            <a:off x="10344150" y="3333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Rectangle 2109"/>
          <p:cNvSpPr/>
          <p:nvPr/>
        </p:nvSpPr>
        <p:spPr>
          <a:xfrm>
            <a:off x="10344150" y="3219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Rectangle 2110"/>
          <p:cNvSpPr/>
          <p:nvPr/>
        </p:nvSpPr>
        <p:spPr>
          <a:xfrm>
            <a:off x="10344150" y="3105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Rectangle 2111"/>
          <p:cNvSpPr/>
          <p:nvPr/>
        </p:nvSpPr>
        <p:spPr>
          <a:xfrm>
            <a:off x="103441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Rectangle 2112"/>
          <p:cNvSpPr/>
          <p:nvPr/>
        </p:nvSpPr>
        <p:spPr>
          <a:xfrm>
            <a:off x="103441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Rectangle 2113"/>
          <p:cNvSpPr/>
          <p:nvPr/>
        </p:nvSpPr>
        <p:spPr>
          <a:xfrm>
            <a:off x="103441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Rectangle 2114"/>
          <p:cNvSpPr/>
          <p:nvPr/>
        </p:nvSpPr>
        <p:spPr>
          <a:xfrm>
            <a:off x="103441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Rectangle 2115"/>
          <p:cNvSpPr/>
          <p:nvPr/>
        </p:nvSpPr>
        <p:spPr>
          <a:xfrm>
            <a:off x="103441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Rectangle 2116"/>
          <p:cNvSpPr/>
          <p:nvPr/>
        </p:nvSpPr>
        <p:spPr>
          <a:xfrm>
            <a:off x="103441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Rectangle 2117"/>
          <p:cNvSpPr/>
          <p:nvPr/>
        </p:nvSpPr>
        <p:spPr>
          <a:xfrm>
            <a:off x="103441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Rectangle 2118"/>
          <p:cNvSpPr/>
          <p:nvPr/>
        </p:nvSpPr>
        <p:spPr>
          <a:xfrm>
            <a:off x="103441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Rectangle 2119"/>
          <p:cNvSpPr/>
          <p:nvPr/>
        </p:nvSpPr>
        <p:spPr>
          <a:xfrm>
            <a:off x="103441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Rectangle 2120"/>
          <p:cNvSpPr/>
          <p:nvPr/>
        </p:nvSpPr>
        <p:spPr>
          <a:xfrm>
            <a:off x="103441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Rectangle 2121"/>
          <p:cNvSpPr/>
          <p:nvPr/>
        </p:nvSpPr>
        <p:spPr>
          <a:xfrm>
            <a:off x="103441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Rectangle 2122"/>
          <p:cNvSpPr/>
          <p:nvPr/>
        </p:nvSpPr>
        <p:spPr>
          <a:xfrm>
            <a:off x="103441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Rectangle 2123"/>
          <p:cNvSpPr/>
          <p:nvPr/>
        </p:nvSpPr>
        <p:spPr>
          <a:xfrm>
            <a:off x="103441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Rectangle 2124"/>
          <p:cNvSpPr/>
          <p:nvPr/>
        </p:nvSpPr>
        <p:spPr>
          <a:xfrm>
            <a:off x="104584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Rectangle 2125"/>
          <p:cNvSpPr/>
          <p:nvPr/>
        </p:nvSpPr>
        <p:spPr>
          <a:xfrm>
            <a:off x="104584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Rectangle 2126"/>
          <p:cNvSpPr/>
          <p:nvPr/>
        </p:nvSpPr>
        <p:spPr>
          <a:xfrm>
            <a:off x="104584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Rectangle 2127"/>
          <p:cNvSpPr/>
          <p:nvPr/>
        </p:nvSpPr>
        <p:spPr>
          <a:xfrm>
            <a:off x="104584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Rectangle 2128"/>
          <p:cNvSpPr/>
          <p:nvPr/>
        </p:nvSpPr>
        <p:spPr>
          <a:xfrm>
            <a:off x="104584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Rectangle 2129"/>
          <p:cNvSpPr/>
          <p:nvPr/>
        </p:nvSpPr>
        <p:spPr>
          <a:xfrm>
            <a:off x="104584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Rectangle 2130"/>
          <p:cNvSpPr/>
          <p:nvPr/>
        </p:nvSpPr>
        <p:spPr>
          <a:xfrm>
            <a:off x="104584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Rectangle 2131"/>
          <p:cNvSpPr/>
          <p:nvPr/>
        </p:nvSpPr>
        <p:spPr>
          <a:xfrm>
            <a:off x="104584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Rectangle 2132"/>
          <p:cNvSpPr/>
          <p:nvPr/>
        </p:nvSpPr>
        <p:spPr>
          <a:xfrm>
            <a:off x="104584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Rectangle 2133"/>
          <p:cNvSpPr/>
          <p:nvPr/>
        </p:nvSpPr>
        <p:spPr>
          <a:xfrm>
            <a:off x="104584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Rectangle 2134"/>
          <p:cNvSpPr/>
          <p:nvPr/>
        </p:nvSpPr>
        <p:spPr>
          <a:xfrm>
            <a:off x="104584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Rectangle 2135"/>
          <p:cNvSpPr/>
          <p:nvPr/>
        </p:nvSpPr>
        <p:spPr>
          <a:xfrm>
            <a:off x="104584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Rectangle 2136"/>
          <p:cNvSpPr/>
          <p:nvPr/>
        </p:nvSpPr>
        <p:spPr>
          <a:xfrm>
            <a:off x="104584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Rectangle 2137"/>
          <p:cNvSpPr/>
          <p:nvPr/>
        </p:nvSpPr>
        <p:spPr>
          <a:xfrm>
            <a:off x="104584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Rectangle 2138"/>
          <p:cNvSpPr/>
          <p:nvPr/>
        </p:nvSpPr>
        <p:spPr>
          <a:xfrm>
            <a:off x="104584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Rectangle 2139"/>
          <p:cNvSpPr/>
          <p:nvPr/>
        </p:nvSpPr>
        <p:spPr>
          <a:xfrm>
            <a:off x="10458450" y="2990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Rectangle 2140"/>
          <p:cNvSpPr/>
          <p:nvPr/>
        </p:nvSpPr>
        <p:spPr>
          <a:xfrm>
            <a:off x="10458450" y="2876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Rectangle 2141"/>
          <p:cNvSpPr/>
          <p:nvPr/>
        </p:nvSpPr>
        <p:spPr>
          <a:xfrm>
            <a:off x="104584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Rectangle 2142"/>
          <p:cNvSpPr/>
          <p:nvPr/>
        </p:nvSpPr>
        <p:spPr>
          <a:xfrm>
            <a:off x="104584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Rectangle 2143"/>
          <p:cNvSpPr/>
          <p:nvPr/>
        </p:nvSpPr>
        <p:spPr>
          <a:xfrm>
            <a:off x="104584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Rectangle 2144"/>
          <p:cNvSpPr/>
          <p:nvPr/>
        </p:nvSpPr>
        <p:spPr>
          <a:xfrm>
            <a:off x="104584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Rectangle 2145"/>
          <p:cNvSpPr/>
          <p:nvPr/>
        </p:nvSpPr>
        <p:spPr>
          <a:xfrm>
            <a:off x="104584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Rectangle 2146"/>
          <p:cNvSpPr/>
          <p:nvPr/>
        </p:nvSpPr>
        <p:spPr>
          <a:xfrm>
            <a:off x="104584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Rectangle 2147"/>
          <p:cNvSpPr/>
          <p:nvPr/>
        </p:nvSpPr>
        <p:spPr>
          <a:xfrm>
            <a:off x="104584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Rectangle 2148"/>
          <p:cNvSpPr/>
          <p:nvPr/>
        </p:nvSpPr>
        <p:spPr>
          <a:xfrm>
            <a:off x="104584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Rectangle 2149"/>
          <p:cNvSpPr/>
          <p:nvPr/>
        </p:nvSpPr>
        <p:spPr>
          <a:xfrm>
            <a:off x="104584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Rectangle 2150"/>
          <p:cNvSpPr/>
          <p:nvPr/>
        </p:nvSpPr>
        <p:spPr>
          <a:xfrm>
            <a:off x="104584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Rectangle 2151"/>
          <p:cNvSpPr/>
          <p:nvPr/>
        </p:nvSpPr>
        <p:spPr>
          <a:xfrm>
            <a:off x="104584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Rectangle 2152"/>
          <p:cNvSpPr/>
          <p:nvPr/>
        </p:nvSpPr>
        <p:spPr>
          <a:xfrm>
            <a:off x="105727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Rectangle 2153"/>
          <p:cNvSpPr/>
          <p:nvPr/>
        </p:nvSpPr>
        <p:spPr>
          <a:xfrm>
            <a:off x="105727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Rectangle 2154"/>
          <p:cNvSpPr/>
          <p:nvPr/>
        </p:nvSpPr>
        <p:spPr>
          <a:xfrm>
            <a:off x="105727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Rectangle 2155"/>
          <p:cNvSpPr/>
          <p:nvPr/>
        </p:nvSpPr>
        <p:spPr>
          <a:xfrm>
            <a:off x="105727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Rectangle 2156"/>
          <p:cNvSpPr/>
          <p:nvPr/>
        </p:nvSpPr>
        <p:spPr>
          <a:xfrm>
            <a:off x="105727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Rectangle 2157"/>
          <p:cNvSpPr/>
          <p:nvPr/>
        </p:nvSpPr>
        <p:spPr>
          <a:xfrm>
            <a:off x="105727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Rectangle 2158"/>
          <p:cNvSpPr/>
          <p:nvPr/>
        </p:nvSpPr>
        <p:spPr>
          <a:xfrm>
            <a:off x="105727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Rectangle 2159"/>
          <p:cNvSpPr/>
          <p:nvPr/>
        </p:nvSpPr>
        <p:spPr>
          <a:xfrm>
            <a:off x="105727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Rectangle 2160"/>
          <p:cNvSpPr/>
          <p:nvPr/>
        </p:nvSpPr>
        <p:spPr>
          <a:xfrm>
            <a:off x="105727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Rectangle 2161"/>
          <p:cNvSpPr/>
          <p:nvPr/>
        </p:nvSpPr>
        <p:spPr>
          <a:xfrm>
            <a:off x="105727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Rectangle 2162"/>
          <p:cNvSpPr/>
          <p:nvPr/>
        </p:nvSpPr>
        <p:spPr>
          <a:xfrm>
            <a:off x="105727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Rectangle 2163"/>
          <p:cNvSpPr/>
          <p:nvPr/>
        </p:nvSpPr>
        <p:spPr>
          <a:xfrm>
            <a:off x="105727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Rectangle 2164"/>
          <p:cNvSpPr/>
          <p:nvPr/>
        </p:nvSpPr>
        <p:spPr>
          <a:xfrm>
            <a:off x="105727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Rectangle 2165"/>
          <p:cNvSpPr/>
          <p:nvPr/>
        </p:nvSpPr>
        <p:spPr>
          <a:xfrm>
            <a:off x="105727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Rectangle 2166"/>
          <p:cNvSpPr/>
          <p:nvPr/>
        </p:nvSpPr>
        <p:spPr>
          <a:xfrm>
            <a:off x="105727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Rectangle 2167"/>
          <p:cNvSpPr/>
          <p:nvPr/>
        </p:nvSpPr>
        <p:spPr>
          <a:xfrm>
            <a:off x="105727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Rectangle 2168"/>
          <p:cNvSpPr/>
          <p:nvPr/>
        </p:nvSpPr>
        <p:spPr>
          <a:xfrm>
            <a:off x="105727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Rectangle 2169"/>
          <p:cNvSpPr/>
          <p:nvPr/>
        </p:nvSpPr>
        <p:spPr>
          <a:xfrm>
            <a:off x="10572750" y="2762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Rectangle 2170"/>
          <p:cNvSpPr/>
          <p:nvPr/>
        </p:nvSpPr>
        <p:spPr>
          <a:xfrm>
            <a:off x="105727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Rectangle 2171"/>
          <p:cNvSpPr/>
          <p:nvPr/>
        </p:nvSpPr>
        <p:spPr>
          <a:xfrm>
            <a:off x="105727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Rectangle 2172"/>
          <p:cNvSpPr/>
          <p:nvPr/>
        </p:nvSpPr>
        <p:spPr>
          <a:xfrm>
            <a:off x="105727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Rectangle 2173"/>
          <p:cNvSpPr/>
          <p:nvPr/>
        </p:nvSpPr>
        <p:spPr>
          <a:xfrm>
            <a:off x="105727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Rectangle 2174"/>
          <p:cNvSpPr/>
          <p:nvPr/>
        </p:nvSpPr>
        <p:spPr>
          <a:xfrm>
            <a:off x="105727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Rectangle 2175"/>
          <p:cNvSpPr/>
          <p:nvPr/>
        </p:nvSpPr>
        <p:spPr>
          <a:xfrm>
            <a:off x="105727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Rectangle 2176"/>
          <p:cNvSpPr/>
          <p:nvPr/>
        </p:nvSpPr>
        <p:spPr>
          <a:xfrm>
            <a:off x="105727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Rectangle 2177"/>
          <p:cNvSpPr/>
          <p:nvPr/>
        </p:nvSpPr>
        <p:spPr>
          <a:xfrm>
            <a:off x="105727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Rectangle 2178"/>
          <p:cNvSpPr/>
          <p:nvPr/>
        </p:nvSpPr>
        <p:spPr>
          <a:xfrm>
            <a:off x="105727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Rectangle 2179"/>
          <p:cNvSpPr/>
          <p:nvPr/>
        </p:nvSpPr>
        <p:spPr>
          <a:xfrm>
            <a:off x="105727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Rectangle 2180"/>
          <p:cNvSpPr/>
          <p:nvPr/>
        </p:nvSpPr>
        <p:spPr>
          <a:xfrm>
            <a:off x="106870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Rectangle 2181"/>
          <p:cNvSpPr/>
          <p:nvPr/>
        </p:nvSpPr>
        <p:spPr>
          <a:xfrm>
            <a:off x="106870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Rectangle 2182"/>
          <p:cNvSpPr/>
          <p:nvPr/>
        </p:nvSpPr>
        <p:spPr>
          <a:xfrm>
            <a:off x="106870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Rectangle 2183"/>
          <p:cNvSpPr/>
          <p:nvPr/>
        </p:nvSpPr>
        <p:spPr>
          <a:xfrm>
            <a:off x="106870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Rectangle 2184"/>
          <p:cNvSpPr/>
          <p:nvPr/>
        </p:nvSpPr>
        <p:spPr>
          <a:xfrm>
            <a:off x="106870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Rectangle 2185"/>
          <p:cNvSpPr/>
          <p:nvPr/>
        </p:nvSpPr>
        <p:spPr>
          <a:xfrm>
            <a:off x="106870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Rectangle 2186"/>
          <p:cNvSpPr/>
          <p:nvPr/>
        </p:nvSpPr>
        <p:spPr>
          <a:xfrm>
            <a:off x="106870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Rectangle 2187"/>
          <p:cNvSpPr/>
          <p:nvPr/>
        </p:nvSpPr>
        <p:spPr>
          <a:xfrm>
            <a:off x="106870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Rectangle 2188"/>
          <p:cNvSpPr/>
          <p:nvPr/>
        </p:nvSpPr>
        <p:spPr>
          <a:xfrm>
            <a:off x="106870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Rectangle 2189"/>
          <p:cNvSpPr/>
          <p:nvPr/>
        </p:nvSpPr>
        <p:spPr>
          <a:xfrm>
            <a:off x="106870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Rectangle 2190"/>
          <p:cNvSpPr/>
          <p:nvPr/>
        </p:nvSpPr>
        <p:spPr>
          <a:xfrm>
            <a:off x="106870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Rectangle 2191"/>
          <p:cNvSpPr/>
          <p:nvPr/>
        </p:nvSpPr>
        <p:spPr>
          <a:xfrm>
            <a:off x="106870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Rectangle 2192"/>
          <p:cNvSpPr/>
          <p:nvPr/>
        </p:nvSpPr>
        <p:spPr>
          <a:xfrm>
            <a:off x="106870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Rectangle 2193"/>
          <p:cNvSpPr/>
          <p:nvPr/>
        </p:nvSpPr>
        <p:spPr>
          <a:xfrm>
            <a:off x="106870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Rectangle 2194"/>
          <p:cNvSpPr/>
          <p:nvPr/>
        </p:nvSpPr>
        <p:spPr>
          <a:xfrm>
            <a:off x="106870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Rectangle 2195"/>
          <p:cNvSpPr/>
          <p:nvPr/>
        </p:nvSpPr>
        <p:spPr>
          <a:xfrm>
            <a:off x="106870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Rectangle 2196"/>
          <p:cNvSpPr/>
          <p:nvPr/>
        </p:nvSpPr>
        <p:spPr>
          <a:xfrm>
            <a:off x="106870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Rectangle 2197"/>
          <p:cNvSpPr/>
          <p:nvPr/>
        </p:nvSpPr>
        <p:spPr>
          <a:xfrm>
            <a:off x="106870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Rectangle 2198"/>
          <p:cNvSpPr/>
          <p:nvPr/>
        </p:nvSpPr>
        <p:spPr>
          <a:xfrm>
            <a:off x="10687050" y="26479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Rectangle 2199"/>
          <p:cNvSpPr/>
          <p:nvPr/>
        </p:nvSpPr>
        <p:spPr>
          <a:xfrm>
            <a:off x="10687050" y="25336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Rectangle 2200"/>
          <p:cNvSpPr/>
          <p:nvPr/>
        </p:nvSpPr>
        <p:spPr>
          <a:xfrm>
            <a:off x="106870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Rectangle 2201"/>
          <p:cNvSpPr/>
          <p:nvPr/>
        </p:nvSpPr>
        <p:spPr>
          <a:xfrm>
            <a:off x="106870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Rectangle 2202"/>
          <p:cNvSpPr/>
          <p:nvPr/>
        </p:nvSpPr>
        <p:spPr>
          <a:xfrm>
            <a:off x="106870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Rectangle 2203"/>
          <p:cNvSpPr/>
          <p:nvPr/>
        </p:nvSpPr>
        <p:spPr>
          <a:xfrm>
            <a:off x="106870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Rectangle 2204"/>
          <p:cNvSpPr/>
          <p:nvPr/>
        </p:nvSpPr>
        <p:spPr>
          <a:xfrm>
            <a:off x="106870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Rectangle 2205"/>
          <p:cNvSpPr/>
          <p:nvPr/>
        </p:nvSpPr>
        <p:spPr>
          <a:xfrm>
            <a:off x="106870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Rectangle 2206"/>
          <p:cNvSpPr/>
          <p:nvPr/>
        </p:nvSpPr>
        <p:spPr>
          <a:xfrm>
            <a:off x="106870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Rectangle 2207"/>
          <p:cNvSpPr/>
          <p:nvPr/>
        </p:nvSpPr>
        <p:spPr>
          <a:xfrm>
            <a:off x="106870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Rectangle 2208"/>
          <p:cNvSpPr/>
          <p:nvPr/>
        </p:nvSpPr>
        <p:spPr>
          <a:xfrm>
            <a:off x="108013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Rectangle 2209"/>
          <p:cNvSpPr/>
          <p:nvPr/>
        </p:nvSpPr>
        <p:spPr>
          <a:xfrm>
            <a:off x="108013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Rectangle 2210"/>
          <p:cNvSpPr/>
          <p:nvPr/>
        </p:nvSpPr>
        <p:spPr>
          <a:xfrm>
            <a:off x="108013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Rectangle 2211"/>
          <p:cNvSpPr/>
          <p:nvPr/>
        </p:nvSpPr>
        <p:spPr>
          <a:xfrm>
            <a:off x="108013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Rectangle 2212"/>
          <p:cNvSpPr/>
          <p:nvPr/>
        </p:nvSpPr>
        <p:spPr>
          <a:xfrm>
            <a:off x="108013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Rectangle 2213"/>
          <p:cNvSpPr/>
          <p:nvPr/>
        </p:nvSpPr>
        <p:spPr>
          <a:xfrm>
            <a:off x="108013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Rectangle 2214"/>
          <p:cNvSpPr/>
          <p:nvPr/>
        </p:nvSpPr>
        <p:spPr>
          <a:xfrm>
            <a:off x="108013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Rectangle 2215"/>
          <p:cNvSpPr/>
          <p:nvPr/>
        </p:nvSpPr>
        <p:spPr>
          <a:xfrm>
            <a:off x="108013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Rectangle 2216"/>
          <p:cNvSpPr/>
          <p:nvPr/>
        </p:nvSpPr>
        <p:spPr>
          <a:xfrm>
            <a:off x="108013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Rectangle 2217"/>
          <p:cNvSpPr/>
          <p:nvPr/>
        </p:nvSpPr>
        <p:spPr>
          <a:xfrm>
            <a:off x="108013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Rectangle 2218"/>
          <p:cNvSpPr/>
          <p:nvPr/>
        </p:nvSpPr>
        <p:spPr>
          <a:xfrm>
            <a:off x="108013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Rectangle 2219"/>
          <p:cNvSpPr/>
          <p:nvPr/>
        </p:nvSpPr>
        <p:spPr>
          <a:xfrm>
            <a:off x="108013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Rectangle 2220"/>
          <p:cNvSpPr/>
          <p:nvPr/>
        </p:nvSpPr>
        <p:spPr>
          <a:xfrm>
            <a:off x="108013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Rectangle 2221"/>
          <p:cNvSpPr/>
          <p:nvPr/>
        </p:nvSpPr>
        <p:spPr>
          <a:xfrm>
            <a:off x="108013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Rectangle 2222"/>
          <p:cNvSpPr/>
          <p:nvPr/>
        </p:nvSpPr>
        <p:spPr>
          <a:xfrm>
            <a:off x="108013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Rectangle 2223"/>
          <p:cNvSpPr/>
          <p:nvPr/>
        </p:nvSpPr>
        <p:spPr>
          <a:xfrm>
            <a:off x="108013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Rectangle 2224"/>
          <p:cNvSpPr/>
          <p:nvPr/>
        </p:nvSpPr>
        <p:spPr>
          <a:xfrm>
            <a:off x="108013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Rectangle 2225"/>
          <p:cNvSpPr/>
          <p:nvPr/>
        </p:nvSpPr>
        <p:spPr>
          <a:xfrm>
            <a:off x="108013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Rectangle 2226"/>
          <p:cNvSpPr/>
          <p:nvPr/>
        </p:nvSpPr>
        <p:spPr>
          <a:xfrm>
            <a:off x="108013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Rectangle 2227"/>
          <p:cNvSpPr/>
          <p:nvPr/>
        </p:nvSpPr>
        <p:spPr>
          <a:xfrm>
            <a:off x="108013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Rectangle 2228"/>
          <p:cNvSpPr/>
          <p:nvPr/>
        </p:nvSpPr>
        <p:spPr>
          <a:xfrm>
            <a:off x="10801350" y="24193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Rectangle 2229"/>
          <p:cNvSpPr/>
          <p:nvPr/>
        </p:nvSpPr>
        <p:spPr>
          <a:xfrm>
            <a:off x="108013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Rectangle 2230"/>
          <p:cNvSpPr/>
          <p:nvPr/>
        </p:nvSpPr>
        <p:spPr>
          <a:xfrm>
            <a:off x="108013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Rectangle 2231"/>
          <p:cNvSpPr/>
          <p:nvPr/>
        </p:nvSpPr>
        <p:spPr>
          <a:xfrm>
            <a:off x="108013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Rectangle 2232"/>
          <p:cNvSpPr/>
          <p:nvPr/>
        </p:nvSpPr>
        <p:spPr>
          <a:xfrm>
            <a:off x="108013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Rectangle 2233"/>
          <p:cNvSpPr/>
          <p:nvPr/>
        </p:nvSpPr>
        <p:spPr>
          <a:xfrm>
            <a:off x="108013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Rectangle 2234"/>
          <p:cNvSpPr/>
          <p:nvPr/>
        </p:nvSpPr>
        <p:spPr>
          <a:xfrm>
            <a:off x="108013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Rectangle 2235"/>
          <p:cNvSpPr/>
          <p:nvPr/>
        </p:nvSpPr>
        <p:spPr>
          <a:xfrm>
            <a:off x="108013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Rectangle 2236"/>
          <p:cNvSpPr/>
          <p:nvPr/>
        </p:nvSpPr>
        <p:spPr>
          <a:xfrm>
            <a:off x="109156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Rectangle 2237"/>
          <p:cNvSpPr/>
          <p:nvPr/>
        </p:nvSpPr>
        <p:spPr>
          <a:xfrm>
            <a:off x="109156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Rectangle 2238"/>
          <p:cNvSpPr/>
          <p:nvPr/>
        </p:nvSpPr>
        <p:spPr>
          <a:xfrm>
            <a:off x="109156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Rectangle 2239"/>
          <p:cNvSpPr/>
          <p:nvPr/>
        </p:nvSpPr>
        <p:spPr>
          <a:xfrm>
            <a:off x="109156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Rectangle 2240"/>
          <p:cNvSpPr/>
          <p:nvPr/>
        </p:nvSpPr>
        <p:spPr>
          <a:xfrm>
            <a:off x="109156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Rectangle 2241"/>
          <p:cNvSpPr/>
          <p:nvPr/>
        </p:nvSpPr>
        <p:spPr>
          <a:xfrm>
            <a:off x="109156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Rectangle 2242"/>
          <p:cNvSpPr/>
          <p:nvPr/>
        </p:nvSpPr>
        <p:spPr>
          <a:xfrm>
            <a:off x="109156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Rectangle 2243"/>
          <p:cNvSpPr/>
          <p:nvPr/>
        </p:nvSpPr>
        <p:spPr>
          <a:xfrm>
            <a:off x="109156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Rectangle 2244"/>
          <p:cNvSpPr/>
          <p:nvPr/>
        </p:nvSpPr>
        <p:spPr>
          <a:xfrm>
            <a:off x="109156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Rectangle 2245"/>
          <p:cNvSpPr/>
          <p:nvPr/>
        </p:nvSpPr>
        <p:spPr>
          <a:xfrm>
            <a:off x="109156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Rectangle 2246"/>
          <p:cNvSpPr/>
          <p:nvPr/>
        </p:nvSpPr>
        <p:spPr>
          <a:xfrm>
            <a:off x="109156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Rectangle 2247"/>
          <p:cNvSpPr/>
          <p:nvPr/>
        </p:nvSpPr>
        <p:spPr>
          <a:xfrm>
            <a:off x="109156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Rectangle 2248"/>
          <p:cNvSpPr/>
          <p:nvPr/>
        </p:nvSpPr>
        <p:spPr>
          <a:xfrm>
            <a:off x="109156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Rectangle 2249"/>
          <p:cNvSpPr/>
          <p:nvPr/>
        </p:nvSpPr>
        <p:spPr>
          <a:xfrm>
            <a:off x="109156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Rectangle 2250"/>
          <p:cNvSpPr/>
          <p:nvPr/>
        </p:nvSpPr>
        <p:spPr>
          <a:xfrm>
            <a:off x="109156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Rectangle 2251"/>
          <p:cNvSpPr/>
          <p:nvPr/>
        </p:nvSpPr>
        <p:spPr>
          <a:xfrm>
            <a:off x="109156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Rectangle 2252"/>
          <p:cNvSpPr/>
          <p:nvPr/>
        </p:nvSpPr>
        <p:spPr>
          <a:xfrm>
            <a:off x="109156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Rectangle 2253"/>
          <p:cNvSpPr/>
          <p:nvPr/>
        </p:nvSpPr>
        <p:spPr>
          <a:xfrm>
            <a:off x="109156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Rectangle 2254"/>
          <p:cNvSpPr/>
          <p:nvPr/>
        </p:nvSpPr>
        <p:spPr>
          <a:xfrm>
            <a:off x="109156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Rectangle 2255"/>
          <p:cNvSpPr/>
          <p:nvPr/>
        </p:nvSpPr>
        <p:spPr>
          <a:xfrm>
            <a:off x="109156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Rectangle 2256"/>
          <p:cNvSpPr/>
          <p:nvPr/>
        </p:nvSpPr>
        <p:spPr>
          <a:xfrm>
            <a:off x="109156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Rectangle 2257"/>
          <p:cNvSpPr/>
          <p:nvPr/>
        </p:nvSpPr>
        <p:spPr>
          <a:xfrm>
            <a:off x="10915650" y="23050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Rectangle 2258"/>
          <p:cNvSpPr/>
          <p:nvPr/>
        </p:nvSpPr>
        <p:spPr>
          <a:xfrm>
            <a:off x="10915650" y="21907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Rectangle 2259"/>
          <p:cNvSpPr/>
          <p:nvPr/>
        </p:nvSpPr>
        <p:spPr>
          <a:xfrm>
            <a:off x="109156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Rectangle 2260"/>
          <p:cNvSpPr/>
          <p:nvPr/>
        </p:nvSpPr>
        <p:spPr>
          <a:xfrm>
            <a:off x="109156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Rectangle 2261"/>
          <p:cNvSpPr/>
          <p:nvPr/>
        </p:nvSpPr>
        <p:spPr>
          <a:xfrm>
            <a:off x="109156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Rectangle 2262"/>
          <p:cNvSpPr/>
          <p:nvPr/>
        </p:nvSpPr>
        <p:spPr>
          <a:xfrm>
            <a:off x="109156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Rectangle 2263"/>
          <p:cNvSpPr/>
          <p:nvPr/>
        </p:nvSpPr>
        <p:spPr>
          <a:xfrm>
            <a:off x="109156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Rectangle 2264"/>
          <p:cNvSpPr/>
          <p:nvPr/>
        </p:nvSpPr>
        <p:spPr>
          <a:xfrm>
            <a:off x="110299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Rectangle 2265"/>
          <p:cNvSpPr/>
          <p:nvPr/>
        </p:nvSpPr>
        <p:spPr>
          <a:xfrm>
            <a:off x="110299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Rectangle 2266"/>
          <p:cNvSpPr/>
          <p:nvPr/>
        </p:nvSpPr>
        <p:spPr>
          <a:xfrm>
            <a:off x="110299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Rectangle 2267"/>
          <p:cNvSpPr/>
          <p:nvPr/>
        </p:nvSpPr>
        <p:spPr>
          <a:xfrm>
            <a:off x="110299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Rectangle 2268"/>
          <p:cNvSpPr/>
          <p:nvPr/>
        </p:nvSpPr>
        <p:spPr>
          <a:xfrm>
            <a:off x="110299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Rectangle 2269"/>
          <p:cNvSpPr/>
          <p:nvPr/>
        </p:nvSpPr>
        <p:spPr>
          <a:xfrm>
            <a:off x="110299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Rectangle 2270"/>
          <p:cNvSpPr/>
          <p:nvPr/>
        </p:nvSpPr>
        <p:spPr>
          <a:xfrm>
            <a:off x="110299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Rectangle 2271"/>
          <p:cNvSpPr/>
          <p:nvPr/>
        </p:nvSpPr>
        <p:spPr>
          <a:xfrm>
            <a:off x="110299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Rectangle 2272"/>
          <p:cNvSpPr/>
          <p:nvPr/>
        </p:nvSpPr>
        <p:spPr>
          <a:xfrm>
            <a:off x="110299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Rectangle 2273"/>
          <p:cNvSpPr/>
          <p:nvPr/>
        </p:nvSpPr>
        <p:spPr>
          <a:xfrm>
            <a:off x="110299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Rectangle 2274"/>
          <p:cNvSpPr/>
          <p:nvPr/>
        </p:nvSpPr>
        <p:spPr>
          <a:xfrm>
            <a:off x="110299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Rectangle 2275"/>
          <p:cNvSpPr/>
          <p:nvPr/>
        </p:nvSpPr>
        <p:spPr>
          <a:xfrm>
            <a:off x="110299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Rectangle 2276"/>
          <p:cNvSpPr/>
          <p:nvPr/>
        </p:nvSpPr>
        <p:spPr>
          <a:xfrm>
            <a:off x="110299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Rectangle 2277"/>
          <p:cNvSpPr/>
          <p:nvPr/>
        </p:nvSpPr>
        <p:spPr>
          <a:xfrm>
            <a:off x="110299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Rectangle 2278"/>
          <p:cNvSpPr/>
          <p:nvPr/>
        </p:nvSpPr>
        <p:spPr>
          <a:xfrm>
            <a:off x="110299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Rectangle 2279"/>
          <p:cNvSpPr/>
          <p:nvPr/>
        </p:nvSpPr>
        <p:spPr>
          <a:xfrm>
            <a:off x="110299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Rectangle 2280"/>
          <p:cNvSpPr/>
          <p:nvPr/>
        </p:nvSpPr>
        <p:spPr>
          <a:xfrm>
            <a:off x="110299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Rectangle 2281"/>
          <p:cNvSpPr/>
          <p:nvPr/>
        </p:nvSpPr>
        <p:spPr>
          <a:xfrm>
            <a:off x="110299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Rectangle 2282"/>
          <p:cNvSpPr/>
          <p:nvPr/>
        </p:nvSpPr>
        <p:spPr>
          <a:xfrm>
            <a:off x="110299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Rectangle 2283"/>
          <p:cNvSpPr/>
          <p:nvPr/>
        </p:nvSpPr>
        <p:spPr>
          <a:xfrm>
            <a:off x="110299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Rectangle 2284"/>
          <p:cNvSpPr/>
          <p:nvPr/>
        </p:nvSpPr>
        <p:spPr>
          <a:xfrm>
            <a:off x="110299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Rectangle 2285"/>
          <p:cNvSpPr/>
          <p:nvPr/>
        </p:nvSpPr>
        <p:spPr>
          <a:xfrm>
            <a:off x="110299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Rectangle 2286"/>
          <p:cNvSpPr/>
          <p:nvPr/>
        </p:nvSpPr>
        <p:spPr>
          <a:xfrm>
            <a:off x="110299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Rectangle 2287"/>
          <p:cNvSpPr/>
          <p:nvPr/>
        </p:nvSpPr>
        <p:spPr>
          <a:xfrm>
            <a:off x="11029950" y="20764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Rectangle 2288"/>
          <p:cNvSpPr/>
          <p:nvPr/>
        </p:nvSpPr>
        <p:spPr>
          <a:xfrm>
            <a:off x="110299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Rectangle 2289"/>
          <p:cNvSpPr/>
          <p:nvPr/>
        </p:nvSpPr>
        <p:spPr>
          <a:xfrm>
            <a:off x="110299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Rectangle 2290"/>
          <p:cNvSpPr/>
          <p:nvPr/>
        </p:nvSpPr>
        <p:spPr>
          <a:xfrm>
            <a:off x="110299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Rectangle 2291"/>
          <p:cNvSpPr/>
          <p:nvPr/>
        </p:nvSpPr>
        <p:spPr>
          <a:xfrm>
            <a:off x="110299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Rectangle 2292"/>
          <p:cNvSpPr/>
          <p:nvPr/>
        </p:nvSpPr>
        <p:spPr>
          <a:xfrm>
            <a:off x="111442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Rectangle 2293"/>
          <p:cNvSpPr/>
          <p:nvPr/>
        </p:nvSpPr>
        <p:spPr>
          <a:xfrm>
            <a:off x="111442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Rectangle 2294"/>
          <p:cNvSpPr/>
          <p:nvPr/>
        </p:nvSpPr>
        <p:spPr>
          <a:xfrm>
            <a:off x="111442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Rectangle 2295"/>
          <p:cNvSpPr/>
          <p:nvPr/>
        </p:nvSpPr>
        <p:spPr>
          <a:xfrm>
            <a:off x="111442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Rectangle 2296"/>
          <p:cNvSpPr/>
          <p:nvPr/>
        </p:nvSpPr>
        <p:spPr>
          <a:xfrm>
            <a:off x="111442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Rectangle 2297"/>
          <p:cNvSpPr/>
          <p:nvPr/>
        </p:nvSpPr>
        <p:spPr>
          <a:xfrm>
            <a:off x="111442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Rectangle 2298"/>
          <p:cNvSpPr/>
          <p:nvPr/>
        </p:nvSpPr>
        <p:spPr>
          <a:xfrm>
            <a:off x="111442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Rectangle 2299"/>
          <p:cNvSpPr/>
          <p:nvPr/>
        </p:nvSpPr>
        <p:spPr>
          <a:xfrm>
            <a:off x="111442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Rectangle 2300"/>
          <p:cNvSpPr/>
          <p:nvPr/>
        </p:nvSpPr>
        <p:spPr>
          <a:xfrm>
            <a:off x="111442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Rectangle 2301"/>
          <p:cNvSpPr/>
          <p:nvPr/>
        </p:nvSpPr>
        <p:spPr>
          <a:xfrm>
            <a:off x="111442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Rectangle 2302"/>
          <p:cNvSpPr/>
          <p:nvPr/>
        </p:nvSpPr>
        <p:spPr>
          <a:xfrm>
            <a:off x="111442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Rectangle 2303"/>
          <p:cNvSpPr/>
          <p:nvPr/>
        </p:nvSpPr>
        <p:spPr>
          <a:xfrm>
            <a:off x="111442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Rectangle 2304"/>
          <p:cNvSpPr/>
          <p:nvPr/>
        </p:nvSpPr>
        <p:spPr>
          <a:xfrm>
            <a:off x="111442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Rectangle 2305"/>
          <p:cNvSpPr/>
          <p:nvPr/>
        </p:nvSpPr>
        <p:spPr>
          <a:xfrm>
            <a:off x="111442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Rectangle 2306"/>
          <p:cNvSpPr/>
          <p:nvPr/>
        </p:nvSpPr>
        <p:spPr>
          <a:xfrm>
            <a:off x="111442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Rectangle 2307"/>
          <p:cNvSpPr/>
          <p:nvPr/>
        </p:nvSpPr>
        <p:spPr>
          <a:xfrm>
            <a:off x="111442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Rectangle 2308"/>
          <p:cNvSpPr/>
          <p:nvPr/>
        </p:nvSpPr>
        <p:spPr>
          <a:xfrm>
            <a:off x="111442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Rectangle 2309"/>
          <p:cNvSpPr/>
          <p:nvPr/>
        </p:nvSpPr>
        <p:spPr>
          <a:xfrm>
            <a:off x="111442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Rectangle 2310"/>
          <p:cNvSpPr/>
          <p:nvPr/>
        </p:nvSpPr>
        <p:spPr>
          <a:xfrm>
            <a:off x="111442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Rectangle 2311"/>
          <p:cNvSpPr/>
          <p:nvPr/>
        </p:nvSpPr>
        <p:spPr>
          <a:xfrm>
            <a:off x="111442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Rectangle 2312"/>
          <p:cNvSpPr/>
          <p:nvPr/>
        </p:nvSpPr>
        <p:spPr>
          <a:xfrm>
            <a:off x="111442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Rectangle 2313"/>
          <p:cNvSpPr/>
          <p:nvPr/>
        </p:nvSpPr>
        <p:spPr>
          <a:xfrm>
            <a:off x="111442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Rectangle 2314"/>
          <p:cNvSpPr/>
          <p:nvPr/>
        </p:nvSpPr>
        <p:spPr>
          <a:xfrm>
            <a:off x="111442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Rectangle 2315"/>
          <p:cNvSpPr/>
          <p:nvPr/>
        </p:nvSpPr>
        <p:spPr>
          <a:xfrm>
            <a:off x="111442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Rectangle 2316"/>
          <p:cNvSpPr/>
          <p:nvPr/>
        </p:nvSpPr>
        <p:spPr>
          <a:xfrm>
            <a:off x="11144250" y="19621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Rectangle 2317"/>
          <p:cNvSpPr/>
          <p:nvPr/>
        </p:nvSpPr>
        <p:spPr>
          <a:xfrm>
            <a:off x="11144250" y="18478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Rectangle 2318"/>
          <p:cNvSpPr/>
          <p:nvPr/>
        </p:nvSpPr>
        <p:spPr>
          <a:xfrm>
            <a:off x="111442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Rectangle 2319"/>
          <p:cNvSpPr/>
          <p:nvPr/>
        </p:nvSpPr>
        <p:spPr>
          <a:xfrm>
            <a:off x="111442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Rectangle 2320"/>
          <p:cNvSpPr/>
          <p:nvPr/>
        </p:nvSpPr>
        <p:spPr>
          <a:xfrm>
            <a:off x="112585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Rectangle 2321"/>
          <p:cNvSpPr/>
          <p:nvPr/>
        </p:nvSpPr>
        <p:spPr>
          <a:xfrm>
            <a:off x="112585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Rectangle 2322"/>
          <p:cNvSpPr/>
          <p:nvPr/>
        </p:nvSpPr>
        <p:spPr>
          <a:xfrm>
            <a:off x="112585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Rectangle 2323"/>
          <p:cNvSpPr/>
          <p:nvPr/>
        </p:nvSpPr>
        <p:spPr>
          <a:xfrm>
            <a:off x="112585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Rectangle 2324"/>
          <p:cNvSpPr/>
          <p:nvPr/>
        </p:nvSpPr>
        <p:spPr>
          <a:xfrm>
            <a:off x="112585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Rectangle 2325"/>
          <p:cNvSpPr/>
          <p:nvPr/>
        </p:nvSpPr>
        <p:spPr>
          <a:xfrm>
            <a:off x="112585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Rectangle 2326"/>
          <p:cNvSpPr/>
          <p:nvPr/>
        </p:nvSpPr>
        <p:spPr>
          <a:xfrm>
            <a:off x="112585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Rectangle 2327"/>
          <p:cNvSpPr/>
          <p:nvPr/>
        </p:nvSpPr>
        <p:spPr>
          <a:xfrm>
            <a:off x="112585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Rectangle 2328"/>
          <p:cNvSpPr/>
          <p:nvPr/>
        </p:nvSpPr>
        <p:spPr>
          <a:xfrm>
            <a:off x="112585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Rectangle 2329"/>
          <p:cNvSpPr/>
          <p:nvPr/>
        </p:nvSpPr>
        <p:spPr>
          <a:xfrm>
            <a:off x="112585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Rectangle 2330"/>
          <p:cNvSpPr/>
          <p:nvPr/>
        </p:nvSpPr>
        <p:spPr>
          <a:xfrm>
            <a:off x="112585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Rectangle 2331"/>
          <p:cNvSpPr/>
          <p:nvPr/>
        </p:nvSpPr>
        <p:spPr>
          <a:xfrm>
            <a:off x="112585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Rectangle 2332"/>
          <p:cNvSpPr/>
          <p:nvPr/>
        </p:nvSpPr>
        <p:spPr>
          <a:xfrm>
            <a:off x="112585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Rectangle 2333"/>
          <p:cNvSpPr/>
          <p:nvPr/>
        </p:nvSpPr>
        <p:spPr>
          <a:xfrm>
            <a:off x="112585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Rectangle 2334"/>
          <p:cNvSpPr/>
          <p:nvPr/>
        </p:nvSpPr>
        <p:spPr>
          <a:xfrm>
            <a:off x="112585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Rectangle 2335"/>
          <p:cNvSpPr/>
          <p:nvPr/>
        </p:nvSpPr>
        <p:spPr>
          <a:xfrm>
            <a:off x="112585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Rectangle 2336"/>
          <p:cNvSpPr/>
          <p:nvPr/>
        </p:nvSpPr>
        <p:spPr>
          <a:xfrm>
            <a:off x="112585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Rectangle 2337"/>
          <p:cNvSpPr/>
          <p:nvPr/>
        </p:nvSpPr>
        <p:spPr>
          <a:xfrm>
            <a:off x="112585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Rectangle 2338"/>
          <p:cNvSpPr/>
          <p:nvPr/>
        </p:nvSpPr>
        <p:spPr>
          <a:xfrm>
            <a:off x="112585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Rectangle 2339"/>
          <p:cNvSpPr/>
          <p:nvPr/>
        </p:nvSpPr>
        <p:spPr>
          <a:xfrm>
            <a:off x="112585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Rectangle 2340"/>
          <p:cNvSpPr/>
          <p:nvPr/>
        </p:nvSpPr>
        <p:spPr>
          <a:xfrm>
            <a:off x="112585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Rectangle 2341"/>
          <p:cNvSpPr/>
          <p:nvPr/>
        </p:nvSpPr>
        <p:spPr>
          <a:xfrm>
            <a:off x="112585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Rectangle 2342"/>
          <p:cNvSpPr/>
          <p:nvPr/>
        </p:nvSpPr>
        <p:spPr>
          <a:xfrm>
            <a:off x="112585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Rectangle 2343"/>
          <p:cNvSpPr/>
          <p:nvPr/>
        </p:nvSpPr>
        <p:spPr>
          <a:xfrm>
            <a:off x="112585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Rectangle 2344"/>
          <p:cNvSpPr/>
          <p:nvPr/>
        </p:nvSpPr>
        <p:spPr>
          <a:xfrm>
            <a:off x="112585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Rectangle 2345"/>
          <p:cNvSpPr/>
          <p:nvPr/>
        </p:nvSpPr>
        <p:spPr>
          <a:xfrm>
            <a:off x="112585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Rectangle 2346"/>
          <p:cNvSpPr/>
          <p:nvPr/>
        </p:nvSpPr>
        <p:spPr>
          <a:xfrm>
            <a:off x="11258550" y="17335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Rectangle 2347"/>
          <p:cNvSpPr/>
          <p:nvPr/>
        </p:nvSpPr>
        <p:spPr>
          <a:xfrm>
            <a:off x="11258550" y="1619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Rectangle 2348"/>
          <p:cNvSpPr/>
          <p:nvPr/>
        </p:nvSpPr>
        <p:spPr>
          <a:xfrm>
            <a:off x="11372850" y="4705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Rectangle 2349"/>
          <p:cNvSpPr/>
          <p:nvPr/>
        </p:nvSpPr>
        <p:spPr>
          <a:xfrm>
            <a:off x="11372850" y="4591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Rectangle 2350"/>
          <p:cNvSpPr/>
          <p:nvPr/>
        </p:nvSpPr>
        <p:spPr>
          <a:xfrm>
            <a:off x="11372850" y="4476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Rectangle 2351"/>
          <p:cNvSpPr/>
          <p:nvPr/>
        </p:nvSpPr>
        <p:spPr>
          <a:xfrm>
            <a:off x="11372850" y="4362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Rectangle 2352"/>
          <p:cNvSpPr/>
          <p:nvPr/>
        </p:nvSpPr>
        <p:spPr>
          <a:xfrm>
            <a:off x="11372850" y="4248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Rectangle 2353"/>
          <p:cNvSpPr/>
          <p:nvPr/>
        </p:nvSpPr>
        <p:spPr>
          <a:xfrm>
            <a:off x="11372850" y="4133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Rectangle 2354"/>
          <p:cNvSpPr/>
          <p:nvPr/>
        </p:nvSpPr>
        <p:spPr>
          <a:xfrm>
            <a:off x="11372850" y="4019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Rectangle 2355"/>
          <p:cNvSpPr/>
          <p:nvPr/>
        </p:nvSpPr>
        <p:spPr>
          <a:xfrm>
            <a:off x="11372850" y="3905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Rectangle 2356"/>
          <p:cNvSpPr/>
          <p:nvPr/>
        </p:nvSpPr>
        <p:spPr>
          <a:xfrm>
            <a:off x="11372850" y="3790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Rectangle 2357"/>
          <p:cNvSpPr/>
          <p:nvPr/>
        </p:nvSpPr>
        <p:spPr>
          <a:xfrm>
            <a:off x="11372850" y="3676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Rectangle 2358"/>
          <p:cNvSpPr/>
          <p:nvPr/>
        </p:nvSpPr>
        <p:spPr>
          <a:xfrm>
            <a:off x="11372850" y="3562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Rectangle 2359"/>
          <p:cNvSpPr/>
          <p:nvPr/>
        </p:nvSpPr>
        <p:spPr>
          <a:xfrm>
            <a:off x="11372850" y="3448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Rectangle 2360"/>
          <p:cNvSpPr/>
          <p:nvPr/>
        </p:nvSpPr>
        <p:spPr>
          <a:xfrm>
            <a:off x="11372850" y="3333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Rectangle 2361"/>
          <p:cNvSpPr/>
          <p:nvPr/>
        </p:nvSpPr>
        <p:spPr>
          <a:xfrm>
            <a:off x="11372850" y="3219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Rectangle 2362"/>
          <p:cNvSpPr/>
          <p:nvPr/>
        </p:nvSpPr>
        <p:spPr>
          <a:xfrm>
            <a:off x="11372850" y="3105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Rectangle 2363"/>
          <p:cNvSpPr/>
          <p:nvPr/>
        </p:nvSpPr>
        <p:spPr>
          <a:xfrm>
            <a:off x="11372850" y="2990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Rectangle 2364"/>
          <p:cNvSpPr/>
          <p:nvPr/>
        </p:nvSpPr>
        <p:spPr>
          <a:xfrm>
            <a:off x="11372850" y="2876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Rectangle 2365"/>
          <p:cNvSpPr/>
          <p:nvPr/>
        </p:nvSpPr>
        <p:spPr>
          <a:xfrm>
            <a:off x="11372850" y="27622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Rectangle 2366"/>
          <p:cNvSpPr/>
          <p:nvPr/>
        </p:nvSpPr>
        <p:spPr>
          <a:xfrm>
            <a:off x="11372850" y="26479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Rectangle 2367"/>
          <p:cNvSpPr/>
          <p:nvPr/>
        </p:nvSpPr>
        <p:spPr>
          <a:xfrm>
            <a:off x="11372850" y="25336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Rectangle 2368"/>
          <p:cNvSpPr/>
          <p:nvPr/>
        </p:nvSpPr>
        <p:spPr>
          <a:xfrm>
            <a:off x="11372850" y="24193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Rectangle 2369"/>
          <p:cNvSpPr/>
          <p:nvPr/>
        </p:nvSpPr>
        <p:spPr>
          <a:xfrm>
            <a:off x="11372850" y="23050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Rectangle 2370"/>
          <p:cNvSpPr/>
          <p:nvPr/>
        </p:nvSpPr>
        <p:spPr>
          <a:xfrm>
            <a:off x="11372850" y="21907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Rectangle 2371"/>
          <p:cNvSpPr/>
          <p:nvPr/>
        </p:nvSpPr>
        <p:spPr>
          <a:xfrm>
            <a:off x="11372850" y="20764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Rectangle 2372"/>
          <p:cNvSpPr/>
          <p:nvPr/>
        </p:nvSpPr>
        <p:spPr>
          <a:xfrm>
            <a:off x="11372850" y="19621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Rectangle 2373"/>
          <p:cNvSpPr/>
          <p:nvPr/>
        </p:nvSpPr>
        <p:spPr>
          <a:xfrm>
            <a:off x="11372850" y="18478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Rectangle 2374"/>
          <p:cNvSpPr/>
          <p:nvPr/>
        </p:nvSpPr>
        <p:spPr>
          <a:xfrm>
            <a:off x="11372850" y="1733550"/>
            <a:ext cx="108585" cy="108585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Rectangle 2375"/>
          <p:cNvSpPr/>
          <p:nvPr/>
        </p:nvSpPr>
        <p:spPr>
          <a:xfrm>
            <a:off x="11372850" y="1619250"/>
            <a:ext cx="108585" cy="108585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Oval 2376"/>
          <p:cNvSpPr/>
          <p:nvPr/>
        </p:nvSpPr>
        <p:spPr>
          <a:xfrm>
            <a:off x="9801225" y="2511126"/>
            <a:ext cx="171450" cy="171450"/>
          </a:xfrm>
          <a:prstGeom prst="ellipse">
            <a:avLst/>
          </a:prstGeom>
          <a:solidFill>
            <a:srgbClr val="FBD332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TextBox 2377"/>
          <p:cNvSpPr txBox="1"/>
          <p:nvPr/>
        </p:nvSpPr>
        <p:spPr>
          <a:xfrm>
            <a:off x="9801225" y="2511126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2379" name="Oval 2378"/>
          <p:cNvSpPr/>
          <p:nvPr/>
        </p:nvSpPr>
        <p:spPr>
          <a:xfrm>
            <a:off x="11364814" y="2092771"/>
            <a:ext cx="171450" cy="171450"/>
          </a:xfrm>
          <a:prstGeom prst="ellipse">
            <a:avLst/>
          </a:prstGeom>
          <a:solidFill>
            <a:srgbClr val="FBD332"/>
          </a:solidFill>
          <a:ln w="12700">
            <a:solidFill>
              <a:srgbClr val="161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TextBox 2379"/>
          <p:cNvSpPr txBox="1"/>
          <p:nvPr/>
        </p:nvSpPr>
        <p:spPr>
          <a:xfrm>
            <a:off x="11364814" y="2092771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161A1E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2381" name="TextBox 2380"/>
          <p:cNvSpPr txBox="1"/>
          <p:nvPr/>
        </p:nvSpPr>
        <p:spPr>
          <a:xfrm>
            <a:off x="80486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1e-4</a:t>
            </a:r>
          </a:p>
        </p:txBody>
      </p:sp>
      <p:sp>
        <p:nvSpPr>
          <p:cNvPr id="2382" name="TextBox 2381"/>
          <p:cNvSpPr txBox="1"/>
          <p:nvPr/>
        </p:nvSpPr>
        <p:spPr>
          <a:xfrm>
            <a:off x="96488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0.01</a:t>
            </a:r>
          </a:p>
        </p:txBody>
      </p:sp>
      <p:sp>
        <p:nvSpPr>
          <p:cNvPr id="2383" name="TextBox 2382"/>
          <p:cNvSpPr txBox="1"/>
          <p:nvPr/>
        </p:nvSpPr>
        <p:spPr>
          <a:xfrm>
            <a:off x="11249025" y="4876800"/>
            <a:ext cx="4762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2384" name="TextBox 2383"/>
          <p:cNvSpPr txBox="1"/>
          <p:nvPr/>
        </p:nvSpPr>
        <p:spPr>
          <a:xfrm>
            <a:off x="8286750" y="5086350"/>
            <a:ext cx="32004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inference probability μ  →</a:t>
            </a:r>
          </a:p>
        </p:txBody>
      </p:sp>
      <p:sp>
        <p:nvSpPr>
          <p:cNvPr id="2385" name="TextBox 2384"/>
          <p:cNvSpPr txBox="1"/>
          <p:nvPr/>
        </p:nvSpPr>
        <p:spPr>
          <a:xfrm>
            <a:off x="7658100" y="3105150"/>
            <a:ext cx="590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π ↑</a:t>
            </a:r>
          </a:p>
        </p:txBody>
      </p:sp>
      <p:sp>
        <p:nvSpPr>
          <p:cNvPr id="2386" name="TextBox 2385"/>
          <p:cNvSpPr txBox="1"/>
          <p:nvPr/>
        </p:nvSpPr>
        <p:spPr>
          <a:xfrm>
            <a:off x="409575" y="5619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A: 0.01 → 0.06 (6× ratio, difference 0.05).  B: 0.90 → 0.20 (0.22× ratio, difference 0.70).  White: kept.  Yellow: masked</a:t>
            </a:r>
          </a:p>
        </p:txBody>
      </p:sp>
      <p:sp>
        <p:nvSpPr>
          <p:cNvPr id="2387" name="TextBox 2386"/>
          <p:cNvSpPr txBox="1"/>
          <p:nvPr/>
        </p:nvSpPr>
        <p:spPr>
          <a:xfrm>
            <a:off x="409575" y="59245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same axes for π: 1e-4 at the bottom, 1 at the top.  Ratio band: fixed-width diagonal.  Binary KL: wider ratios at small probabilities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Rollouts per prompt by pass rate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Bars: rollouts for one prompt, computed.  Top three rows share the same mean of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381125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uniform (GRPO)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32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432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95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195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58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58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21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21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84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84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47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47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10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10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73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73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536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36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29950" y="1704975"/>
            <a:ext cx="742950" cy="3429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29950" y="14954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2543175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Neyman, G ∝ 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3250" y="3021442"/>
            <a:ext cx="742950" cy="18848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3250" y="281189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19550" y="2901122"/>
            <a:ext cx="742950" cy="30880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19550" y="269157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5850" y="2835447"/>
            <a:ext cx="742950" cy="374478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5850" y="2625897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2150" y="2797432"/>
            <a:ext cx="742950" cy="41249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2150" y="258788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8450" y="2779682"/>
            <a:ext cx="742950" cy="43024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8450" y="257013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4750" y="2779682"/>
            <a:ext cx="742950" cy="43024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4750" y="257013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1050" y="2797432"/>
            <a:ext cx="742950" cy="41249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1050" y="258788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77350" y="2835447"/>
            <a:ext cx="742950" cy="374478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7350" y="2625897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53650" y="2901122"/>
            <a:ext cx="742950" cy="30880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3650" y="269157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29950" y="3021442"/>
            <a:ext cx="742950" cy="18848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29950" y="281189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575" y="3705225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Reinforce-Ada, ∝ 1/√p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43250" y="3524235"/>
            <a:ext cx="742950" cy="84774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43250" y="331468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19550" y="3882532"/>
            <a:ext cx="742950" cy="489443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19550" y="367298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5850" y="3992854"/>
            <a:ext cx="742950" cy="379121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5850" y="3783304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2150" y="4051559"/>
            <a:ext cx="742950" cy="320416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72150" y="3842009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8450" y="4089395"/>
            <a:ext cx="742950" cy="28258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8450" y="387984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4750" y="4116372"/>
            <a:ext cx="742950" cy="255603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4750" y="3906822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01050" y="4136854"/>
            <a:ext cx="742950" cy="235121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1050" y="3927304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77350" y="4153090"/>
            <a:ext cx="742950" cy="21888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7350" y="3943540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53650" y="4166368"/>
            <a:ext cx="742950" cy="205607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53650" y="3956818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29950" y="4177490"/>
            <a:ext cx="742950" cy="194485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29950" y="3967940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9575" y="47625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DAPO dynamic sampling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43250" y="5427769"/>
            <a:ext cx="742950" cy="191981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43250" y="5218219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19550" y="5302311"/>
            <a:ext cx="742950" cy="317439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19550" y="5092761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95850" y="5280287"/>
            <a:ext cx="742950" cy="339463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95850" y="5070737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72150" y="5277198"/>
            <a:ext cx="742950" cy="342552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72150" y="5067648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48450" y="5276875"/>
            <a:ext cx="742950" cy="342875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48450" y="50673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24750" y="5276875"/>
            <a:ext cx="742950" cy="342875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24750" y="5067325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01050" y="5277198"/>
            <a:ext cx="742950" cy="342552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01050" y="5067648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77350" y="5280287"/>
            <a:ext cx="742950" cy="339463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77350" y="5070737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53650" y="5302311"/>
            <a:ext cx="742950" cy="317439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53650" y="5092761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029950" y="5427769"/>
            <a:ext cx="742950" cy="191981"/>
          </a:xfrm>
          <a:prstGeom prst="rect">
            <a:avLst/>
          </a:prstGeom>
          <a:solidFill>
            <a:srgbClr val="161A1E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29950" y="5218219"/>
            <a:ext cx="7429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9575" y="5105400"/>
            <a:ext cx="266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 per prompt; expected rollouts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left after all-same groups drop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432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195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958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721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484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p=0.45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47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010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p=0.65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773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p=0.75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536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p=0.85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29950" y="5715000"/>
            <a:ext cx="7429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p=0.95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43250" y="60960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computed for binary reward; Reinforce-Ada bounds omitted; reports here state a fixed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